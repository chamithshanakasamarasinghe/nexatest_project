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5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7AC558-2AF4-47BB-B4A8-B21552788B3F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61ACF7B-D5DB-4E47-B395-37166D129659}">
      <dgm:prSet/>
      <dgm:spPr/>
      <dgm:t>
        <a:bodyPr/>
        <a:lstStyle/>
        <a:p>
          <a:r>
            <a:rPr lang="en-US"/>
            <a:t>Describes functional and non-functional requirements of OSMS.</a:t>
          </a:r>
        </a:p>
      </dgm:t>
    </dgm:pt>
    <dgm:pt modelId="{CE45A70E-7097-452C-8987-45DBCBC5D30E}" type="parTrans" cxnId="{CAF1E456-4322-4966-A2F5-FFE94960043D}">
      <dgm:prSet/>
      <dgm:spPr/>
      <dgm:t>
        <a:bodyPr/>
        <a:lstStyle/>
        <a:p>
          <a:endParaRPr lang="en-US"/>
        </a:p>
      </dgm:t>
    </dgm:pt>
    <dgm:pt modelId="{9B2C1A49-2069-4E59-83A0-4A279D526975}" type="sibTrans" cxnId="{CAF1E456-4322-4966-A2F5-FFE94960043D}">
      <dgm:prSet/>
      <dgm:spPr/>
      <dgm:t>
        <a:bodyPr/>
        <a:lstStyle/>
        <a:p>
          <a:endParaRPr lang="en-US"/>
        </a:p>
      </dgm:t>
    </dgm:pt>
    <dgm:pt modelId="{9AFF84B1-B177-43A4-A5A8-A7836783D3DC}">
      <dgm:prSet/>
      <dgm:spPr/>
      <dgm:t>
        <a:bodyPr/>
        <a:lstStyle/>
        <a:p>
          <a:r>
            <a:rPr lang="en-US"/>
            <a:t>Used by developers, testers, analysts, and researchers.</a:t>
          </a:r>
        </a:p>
      </dgm:t>
    </dgm:pt>
    <dgm:pt modelId="{A5004DA2-C03B-4224-BCCA-5E9297BBD8A8}" type="parTrans" cxnId="{463992BA-8B37-4F6D-B6B7-50B1861C59F7}">
      <dgm:prSet/>
      <dgm:spPr/>
      <dgm:t>
        <a:bodyPr/>
        <a:lstStyle/>
        <a:p>
          <a:endParaRPr lang="en-US"/>
        </a:p>
      </dgm:t>
    </dgm:pt>
    <dgm:pt modelId="{067CA9D4-313C-4059-BB53-95027E6E7FCB}" type="sibTrans" cxnId="{463992BA-8B37-4F6D-B6B7-50B1861C59F7}">
      <dgm:prSet/>
      <dgm:spPr/>
      <dgm:t>
        <a:bodyPr/>
        <a:lstStyle/>
        <a:p>
          <a:endParaRPr lang="en-US"/>
        </a:p>
      </dgm:t>
    </dgm:pt>
    <dgm:pt modelId="{76DE45B5-3AB2-4D83-8754-4BBCC183C87E}" type="pres">
      <dgm:prSet presAssocID="{977AC558-2AF4-47BB-B4A8-B21552788B3F}" presName="linear" presStyleCnt="0">
        <dgm:presLayoutVars>
          <dgm:animLvl val="lvl"/>
          <dgm:resizeHandles val="exact"/>
        </dgm:presLayoutVars>
      </dgm:prSet>
      <dgm:spPr/>
    </dgm:pt>
    <dgm:pt modelId="{41388636-21CE-408A-B2DE-3467899B0237}" type="pres">
      <dgm:prSet presAssocID="{E61ACF7B-D5DB-4E47-B395-37166D12965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25A2668-F05F-44FD-B2E3-8F4637AB5446}" type="pres">
      <dgm:prSet presAssocID="{9B2C1A49-2069-4E59-83A0-4A279D526975}" presName="spacer" presStyleCnt="0"/>
      <dgm:spPr/>
    </dgm:pt>
    <dgm:pt modelId="{3ECD7210-9D4B-49E7-95EA-5A554820990D}" type="pres">
      <dgm:prSet presAssocID="{9AFF84B1-B177-43A4-A5A8-A7836783D3D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DBEC06A-E059-4F7D-8D89-EDD33C9871BF}" type="presOf" srcId="{E61ACF7B-D5DB-4E47-B395-37166D129659}" destId="{41388636-21CE-408A-B2DE-3467899B0237}" srcOrd="0" destOrd="0" presId="urn:microsoft.com/office/officeart/2005/8/layout/vList2"/>
    <dgm:cxn modelId="{CAF1E456-4322-4966-A2F5-FFE94960043D}" srcId="{977AC558-2AF4-47BB-B4A8-B21552788B3F}" destId="{E61ACF7B-D5DB-4E47-B395-37166D129659}" srcOrd="0" destOrd="0" parTransId="{CE45A70E-7097-452C-8987-45DBCBC5D30E}" sibTransId="{9B2C1A49-2069-4E59-83A0-4A279D526975}"/>
    <dgm:cxn modelId="{FEA44B79-1590-40EF-A343-C2961263B920}" type="presOf" srcId="{9AFF84B1-B177-43A4-A5A8-A7836783D3DC}" destId="{3ECD7210-9D4B-49E7-95EA-5A554820990D}" srcOrd="0" destOrd="0" presId="urn:microsoft.com/office/officeart/2005/8/layout/vList2"/>
    <dgm:cxn modelId="{5DA40EB4-B71D-4773-9350-0BEEE2BCE398}" type="presOf" srcId="{977AC558-2AF4-47BB-B4A8-B21552788B3F}" destId="{76DE45B5-3AB2-4D83-8754-4BBCC183C87E}" srcOrd="0" destOrd="0" presId="urn:microsoft.com/office/officeart/2005/8/layout/vList2"/>
    <dgm:cxn modelId="{463992BA-8B37-4F6D-B6B7-50B1861C59F7}" srcId="{977AC558-2AF4-47BB-B4A8-B21552788B3F}" destId="{9AFF84B1-B177-43A4-A5A8-A7836783D3DC}" srcOrd="1" destOrd="0" parTransId="{A5004DA2-C03B-4224-BCCA-5E9297BBD8A8}" sibTransId="{067CA9D4-313C-4059-BB53-95027E6E7FCB}"/>
    <dgm:cxn modelId="{86A18C59-91CB-409B-85D5-9D557F4447E4}" type="presParOf" srcId="{76DE45B5-3AB2-4D83-8754-4BBCC183C87E}" destId="{41388636-21CE-408A-B2DE-3467899B0237}" srcOrd="0" destOrd="0" presId="urn:microsoft.com/office/officeart/2005/8/layout/vList2"/>
    <dgm:cxn modelId="{A3DA46E3-CCB1-4064-8A5D-8B15E515FE0B}" type="presParOf" srcId="{76DE45B5-3AB2-4D83-8754-4BBCC183C87E}" destId="{725A2668-F05F-44FD-B2E3-8F4637AB5446}" srcOrd="1" destOrd="0" presId="urn:microsoft.com/office/officeart/2005/8/layout/vList2"/>
    <dgm:cxn modelId="{52EF9B28-6159-49B7-9D56-7DE842456E2E}" type="presParOf" srcId="{76DE45B5-3AB2-4D83-8754-4BBCC183C87E}" destId="{3ECD7210-9D4B-49E7-95EA-5A554820990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F777CA-3C02-4B5E-9ECE-D2AFEE0919A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DD48DCD-7DC8-4A85-950F-8EDEBD5221F6}">
      <dgm:prSet/>
      <dgm:spPr/>
      <dgm:t>
        <a:bodyPr/>
        <a:lstStyle/>
        <a:p>
          <a:r>
            <a:rPr lang="en-US"/>
            <a:t>Web-based system to manage student data, courses, grades, and reports.</a:t>
          </a:r>
        </a:p>
      </dgm:t>
    </dgm:pt>
    <dgm:pt modelId="{0570F6BC-AD12-468A-8D00-27AAEA699230}" type="parTrans" cxnId="{62A8A58E-7FC9-4A23-8405-07EAE6AD73C6}">
      <dgm:prSet/>
      <dgm:spPr/>
      <dgm:t>
        <a:bodyPr/>
        <a:lstStyle/>
        <a:p>
          <a:endParaRPr lang="en-US"/>
        </a:p>
      </dgm:t>
    </dgm:pt>
    <dgm:pt modelId="{173C6254-A6B5-4B56-8140-B23A58C37910}" type="sibTrans" cxnId="{62A8A58E-7FC9-4A23-8405-07EAE6AD73C6}">
      <dgm:prSet/>
      <dgm:spPr/>
      <dgm:t>
        <a:bodyPr/>
        <a:lstStyle/>
        <a:p>
          <a:endParaRPr lang="en-US"/>
        </a:p>
      </dgm:t>
    </dgm:pt>
    <dgm:pt modelId="{194FFDD6-A674-4D58-B8A8-A69910449BC7}">
      <dgm:prSet/>
      <dgm:spPr/>
      <dgm:t>
        <a:bodyPr/>
        <a:lstStyle/>
        <a:p>
          <a:r>
            <a:rPr lang="en-US"/>
            <a:t>Improves accuracy and reduces manual work.</a:t>
          </a:r>
        </a:p>
      </dgm:t>
    </dgm:pt>
    <dgm:pt modelId="{39671BB4-2940-4964-8AF3-97846761EA3D}" type="parTrans" cxnId="{5D6E9784-FB15-40A4-BEE0-3F816AED8CC7}">
      <dgm:prSet/>
      <dgm:spPr/>
      <dgm:t>
        <a:bodyPr/>
        <a:lstStyle/>
        <a:p>
          <a:endParaRPr lang="en-US"/>
        </a:p>
      </dgm:t>
    </dgm:pt>
    <dgm:pt modelId="{084B440E-6C00-48AA-B493-20C4E95AFE39}" type="sibTrans" cxnId="{5D6E9784-FB15-40A4-BEE0-3F816AED8CC7}">
      <dgm:prSet/>
      <dgm:spPr/>
      <dgm:t>
        <a:bodyPr/>
        <a:lstStyle/>
        <a:p>
          <a:endParaRPr lang="en-US"/>
        </a:p>
      </dgm:t>
    </dgm:pt>
    <dgm:pt modelId="{1BEA9C09-64E1-4836-8AA4-5FDFC95C2CCD}" type="pres">
      <dgm:prSet presAssocID="{05F777CA-3C02-4B5E-9ECE-D2AFEE0919A8}" presName="linear" presStyleCnt="0">
        <dgm:presLayoutVars>
          <dgm:animLvl val="lvl"/>
          <dgm:resizeHandles val="exact"/>
        </dgm:presLayoutVars>
      </dgm:prSet>
      <dgm:spPr/>
    </dgm:pt>
    <dgm:pt modelId="{ECDF0897-2AA8-4467-85C6-CA35D7D16ADF}" type="pres">
      <dgm:prSet presAssocID="{3DD48DCD-7DC8-4A85-950F-8EDEBD5221F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AF437B-792E-4927-AFCC-43EFF49F1D4B}" type="pres">
      <dgm:prSet presAssocID="{173C6254-A6B5-4B56-8140-B23A58C37910}" presName="spacer" presStyleCnt="0"/>
      <dgm:spPr/>
    </dgm:pt>
    <dgm:pt modelId="{C9CB33CE-CD03-4F0D-AEB9-C05591018E3D}" type="pres">
      <dgm:prSet presAssocID="{194FFDD6-A674-4D58-B8A8-A69910449BC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44F1603-289B-446B-95D7-1C8C2B3A305B}" type="presOf" srcId="{3DD48DCD-7DC8-4A85-950F-8EDEBD5221F6}" destId="{ECDF0897-2AA8-4467-85C6-CA35D7D16ADF}" srcOrd="0" destOrd="0" presId="urn:microsoft.com/office/officeart/2005/8/layout/vList2"/>
    <dgm:cxn modelId="{C0D3A830-C585-482A-9865-ACAD126B48FB}" type="presOf" srcId="{194FFDD6-A674-4D58-B8A8-A69910449BC7}" destId="{C9CB33CE-CD03-4F0D-AEB9-C05591018E3D}" srcOrd="0" destOrd="0" presId="urn:microsoft.com/office/officeart/2005/8/layout/vList2"/>
    <dgm:cxn modelId="{B014CB46-5C76-4C60-8A7B-66C256158E0D}" type="presOf" srcId="{05F777CA-3C02-4B5E-9ECE-D2AFEE0919A8}" destId="{1BEA9C09-64E1-4836-8AA4-5FDFC95C2CCD}" srcOrd="0" destOrd="0" presId="urn:microsoft.com/office/officeart/2005/8/layout/vList2"/>
    <dgm:cxn modelId="{5D6E9784-FB15-40A4-BEE0-3F816AED8CC7}" srcId="{05F777CA-3C02-4B5E-9ECE-D2AFEE0919A8}" destId="{194FFDD6-A674-4D58-B8A8-A69910449BC7}" srcOrd="1" destOrd="0" parTransId="{39671BB4-2940-4964-8AF3-97846761EA3D}" sibTransId="{084B440E-6C00-48AA-B493-20C4E95AFE39}"/>
    <dgm:cxn modelId="{62A8A58E-7FC9-4A23-8405-07EAE6AD73C6}" srcId="{05F777CA-3C02-4B5E-9ECE-D2AFEE0919A8}" destId="{3DD48DCD-7DC8-4A85-950F-8EDEBD5221F6}" srcOrd="0" destOrd="0" parTransId="{0570F6BC-AD12-468A-8D00-27AAEA699230}" sibTransId="{173C6254-A6B5-4B56-8140-B23A58C37910}"/>
    <dgm:cxn modelId="{C322804C-E8C7-4D87-A6AB-B0E8E43940A0}" type="presParOf" srcId="{1BEA9C09-64E1-4836-8AA4-5FDFC95C2CCD}" destId="{ECDF0897-2AA8-4467-85C6-CA35D7D16ADF}" srcOrd="0" destOrd="0" presId="urn:microsoft.com/office/officeart/2005/8/layout/vList2"/>
    <dgm:cxn modelId="{FCF68062-85D0-4607-A111-68A636D126E2}" type="presParOf" srcId="{1BEA9C09-64E1-4836-8AA4-5FDFC95C2CCD}" destId="{9FAF437B-792E-4927-AFCC-43EFF49F1D4B}" srcOrd="1" destOrd="0" presId="urn:microsoft.com/office/officeart/2005/8/layout/vList2"/>
    <dgm:cxn modelId="{A81E36B0-9F9A-48FB-9B6A-BA4DD06A9802}" type="presParOf" srcId="{1BEA9C09-64E1-4836-8AA4-5FDFC95C2CCD}" destId="{C9CB33CE-CD03-4F0D-AEB9-C05591018E3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08B051-8C36-4A84-B6B5-A4D94F48E8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D2E7FA9-6E25-4060-8B2A-4A1E13D6E7C5}">
      <dgm:prSet/>
      <dgm:spPr/>
      <dgm:t>
        <a:bodyPr/>
        <a:lstStyle/>
        <a:p>
          <a:r>
            <a:rPr lang="en-US"/>
            <a:t>OSMS: Online Student Management System</a:t>
          </a:r>
        </a:p>
      </dgm:t>
    </dgm:pt>
    <dgm:pt modelId="{41E7E288-050F-4A8F-9CD1-6469A915EEBA}" type="parTrans" cxnId="{DAD1F8C8-6606-4E23-AB20-1B56DE899738}">
      <dgm:prSet/>
      <dgm:spPr/>
      <dgm:t>
        <a:bodyPr/>
        <a:lstStyle/>
        <a:p>
          <a:endParaRPr lang="en-US"/>
        </a:p>
      </dgm:t>
    </dgm:pt>
    <dgm:pt modelId="{F4F682BC-62C4-400F-AE8D-6E0F0644F730}" type="sibTrans" cxnId="{DAD1F8C8-6606-4E23-AB20-1B56DE899738}">
      <dgm:prSet/>
      <dgm:spPr/>
      <dgm:t>
        <a:bodyPr/>
        <a:lstStyle/>
        <a:p>
          <a:endParaRPr lang="en-US"/>
        </a:p>
      </dgm:t>
    </dgm:pt>
    <dgm:pt modelId="{7BCA49F6-A97B-4660-87D0-94C8924F4555}">
      <dgm:prSet/>
      <dgm:spPr/>
      <dgm:t>
        <a:bodyPr/>
        <a:lstStyle/>
        <a:p>
          <a:r>
            <a:rPr lang="en-US"/>
            <a:t>SRS: Software Requirements Specification</a:t>
          </a:r>
        </a:p>
      </dgm:t>
    </dgm:pt>
    <dgm:pt modelId="{25DFCAFF-C3E0-4150-8F0A-4D4596F2961D}" type="parTrans" cxnId="{614FC40A-5AF7-4EE0-BA52-E50E77E0093E}">
      <dgm:prSet/>
      <dgm:spPr/>
      <dgm:t>
        <a:bodyPr/>
        <a:lstStyle/>
        <a:p>
          <a:endParaRPr lang="en-US"/>
        </a:p>
      </dgm:t>
    </dgm:pt>
    <dgm:pt modelId="{1656F3AD-16A2-4556-806A-CB5F2DDB9412}" type="sibTrans" cxnId="{614FC40A-5AF7-4EE0-BA52-E50E77E0093E}">
      <dgm:prSet/>
      <dgm:spPr/>
      <dgm:t>
        <a:bodyPr/>
        <a:lstStyle/>
        <a:p>
          <a:endParaRPr lang="en-US"/>
        </a:p>
      </dgm:t>
    </dgm:pt>
    <dgm:pt modelId="{FEF10F0A-BC43-4E49-A924-22424741B428}">
      <dgm:prSet/>
      <dgm:spPr/>
      <dgm:t>
        <a:bodyPr/>
        <a:lstStyle/>
        <a:p>
          <a:r>
            <a:rPr lang="en-US"/>
            <a:t>RBAC: Role-Based Access Control</a:t>
          </a:r>
        </a:p>
      </dgm:t>
    </dgm:pt>
    <dgm:pt modelId="{C56C10E7-8C48-42E5-A305-2B4E55E127AD}" type="parTrans" cxnId="{6DFA9EEF-3235-4B42-86E5-558DE4E48D02}">
      <dgm:prSet/>
      <dgm:spPr/>
      <dgm:t>
        <a:bodyPr/>
        <a:lstStyle/>
        <a:p>
          <a:endParaRPr lang="en-US"/>
        </a:p>
      </dgm:t>
    </dgm:pt>
    <dgm:pt modelId="{A9FDF209-71A5-442C-87FE-5EB09347EBA3}" type="sibTrans" cxnId="{6DFA9EEF-3235-4B42-86E5-558DE4E48D02}">
      <dgm:prSet/>
      <dgm:spPr/>
      <dgm:t>
        <a:bodyPr/>
        <a:lstStyle/>
        <a:p>
          <a:endParaRPr lang="en-US"/>
        </a:p>
      </dgm:t>
    </dgm:pt>
    <dgm:pt modelId="{5E6ED6BD-B254-4D06-B6FB-12D202566C36}">
      <dgm:prSet/>
      <dgm:spPr/>
      <dgm:t>
        <a:bodyPr/>
        <a:lstStyle/>
        <a:p>
          <a:r>
            <a:rPr lang="en-US"/>
            <a:t>CRUD: Create, Read, Update, Delete</a:t>
          </a:r>
        </a:p>
      </dgm:t>
    </dgm:pt>
    <dgm:pt modelId="{FC6612AF-9709-43C2-9CEC-35D27634E8F4}" type="parTrans" cxnId="{9C56CE76-9F5D-46FE-8410-F6BE934D6E1A}">
      <dgm:prSet/>
      <dgm:spPr/>
      <dgm:t>
        <a:bodyPr/>
        <a:lstStyle/>
        <a:p>
          <a:endParaRPr lang="en-US"/>
        </a:p>
      </dgm:t>
    </dgm:pt>
    <dgm:pt modelId="{84EED1D6-B641-414B-9812-91F5B3D81C77}" type="sibTrans" cxnId="{9C56CE76-9F5D-46FE-8410-F6BE934D6E1A}">
      <dgm:prSet/>
      <dgm:spPr/>
      <dgm:t>
        <a:bodyPr/>
        <a:lstStyle/>
        <a:p>
          <a:endParaRPr lang="en-US"/>
        </a:p>
      </dgm:t>
    </dgm:pt>
    <dgm:pt modelId="{0B7A94B2-0E7C-4C83-B537-D1BD6CFE6882}" type="pres">
      <dgm:prSet presAssocID="{2308B051-8C36-4A84-B6B5-A4D94F48E811}" presName="linear" presStyleCnt="0">
        <dgm:presLayoutVars>
          <dgm:animLvl val="lvl"/>
          <dgm:resizeHandles val="exact"/>
        </dgm:presLayoutVars>
      </dgm:prSet>
      <dgm:spPr/>
    </dgm:pt>
    <dgm:pt modelId="{61604D8D-F684-4CA5-BD39-F46F1BED1E72}" type="pres">
      <dgm:prSet presAssocID="{8D2E7FA9-6E25-4060-8B2A-4A1E13D6E7C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CD4088-881B-43C5-AB21-0DCB816CEB28}" type="pres">
      <dgm:prSet presAssocID="{F4F682BC-62C4-400F-AE8D-6E0F0644F730}" presName="spacer" presStyleCnt="0"/>
      <dgm:spPr/>
    </dgm:pt>
    <dgm:pt modelId="{B46B5631-365A-4820-A1C4-6A069B946B9E}" type="pres">
      <dgm:prSet presAssocID="{7BCA49F6-A97B-4660-87D0-94C8924F455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A09ED01-F2D9-4E35-8300-174C09AEEDC5}" type="pres">
      <dgm:prSet presAssocID="{1656F3AD-16A2-4556-806A-CB5F2DDB9412}" presName="spacer" presStyleCnt="0"/>
      <dgm:spPr/>
    </dgm:pt>
    <dgm:pt modelId="{92E6D79C-C542-4C92-9A42-24CC19BD738D}" type="pres">
      <dgm:prSet presAssocID="{FEF10F0A-BC43-4E49-A924-22424741B42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2ED442-B08C-494F-BDC7-80CCB41863F3}" type="pres">
      <dgm:prSet presAssocID="{A9FDF209-71A5-442C-87FE-5EB09347EBA3}" presName="spacer" presStyleCnt="0"/>
      <dgm:spPr/>
    </dgm:pt>
    <dgm:pt modelId="{C0107444-33A3-4C61-8509-6D52AB2B58B7}" type="pres">
      <dgm:prSet presAssocID="{5E6ED6BD-B254-4D06-B6FB-12D202566C3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4FC40A-5AF7-4EE0-BA52-E50E77E0093E}" srcId="{2308B051-8C36-4A84-B6B5-A4D94F48E811}" destId="{7BCA49F6-A97B-4660-87D0-94C8924F4555}" srcOrd="1" destOrd="0" parTransId="{25DFCAFF-C3E0-4150-8F0A-4D4596F2961D}" sibTransId="{1656F3AD-16A2-4556-806A-CB5F2DDB9412}"/>
    <dgm:cxn modelId="{3AFB7B17-E5F2-4CB6-BEA2-BD049B234397}" type="presOf" srcId="{8D2E7FA9-6E25-4060-8B2A-4A1E13D6E7C5}" destId="{61604D8D-F684-4CA5-BD39-F46F1BED1E72}" srcOrd="0" destOrd="0" presId="urn:microsoft.com/office/officeart/2005/8/layout/vList2"/>
    <dgm:cxn modelId="{74114B47-D08A-4A17-ADF2-0CB465D4CEFB}" type="presOf" srcId="{5E6ED6BD-B254-4D06-B6FB-12D202566C36}" destId="{C0107444-33A3-4C61-8509-6D52AB2B58B7}" srcOrd="0" destOrd="0" presId="urn:microsoft.com/office/officeart/2005/8/layout/vList2"/>
    <dgm:cxn modelId="{9C56CE76-9F5D-46FE-8410-F6BE934D6E1A}" srcId="{2308B051-8C36-4A84-B6B5-A4D94F48E811}" destId="{5E6ED6BD-B254-4D06-B6FB-12D202566C36}" srcOrd="3" destOrd="0" parTransId="{FC6612AF-9709-43C2-9CEC-35D27634E8F4}" sibTransId="{84EED1D6-B641-414B-9812-91F5B3D81C77}"/>
    <dgm:cxn modelId="{17E2F28D-E7D4-4FFF-949B-3EBB457E3FE1}" type="presOf" srcId="{2308B051-8C36-4A84-B6B5-A4D94F48E811}" destId="{0B7A94B2-0E7C-4C83-B537-D1BD6CFE6882}" srcOrd="0" destOrd="0" presId="urn:microsoft.com/office/officeart/2005/8/layout/vList2"/>
    <dgm:cxn modelId="{1093D891-9F05-4A9B-9677-0FE241F35EFF}" type="presOf" srcId="{FEF10F0A-BC43-4E49-A924-22424741B428}" destId="{92E6D79C-C542-4C92-9A42-24CC19BD738D}" srcOrd="0" destOrd="0" presId="urn:microsoft.com/office/officeart/2005/8/layout/vList2"/>
    <dgm:cxn modelId="{DAD1F8C8-6606-4E23-AB20-1B56DE899738}" srcId="{2308B051-8C36-4A84-B6B5-A4D94F48E811}" destId="{8D2E7FA9-6E25-4060-8B2A-4A1E13D6E7C5}" srcOrd="0" destOrd="0" parTransId="{41E7E288-050F-4A8F-9CD1-6469A915EEBA}" sibTransId="{F4F682BC-62C4-400F-AE8D-6E0F0644F730}"/>
    <dgm:cxn modelId="{337AE5CB-B2AA-4D3F-BE19-1257CCD3F05B}" type="presOf" srcId="{7BCA49F6-A97B-4660-87D0-94C8924F4555}" destId="{B46B5631-365A-4820-A1C4-6A069B946B9E}" srcOrd="0" destOrd="0" presId="urn:microsoft.com/office/officeart/2005/8/layout/vList2"/>
    <dgm:cxn modelId="{6DFA9EEF-3235-4B42-86E5-558DE4E48D02}" srcId="{2308B051-8C36-4A84-B6B5-A4D94F48E811}" destId="{FEF10F0A-BC43-4E49-A924-22424741B428}" srcOrd="2" destOrd="0" parTransId="{C56C10E7-8C48-42E5-A305-2B4E55E127AD}" sibTransId="{A9FDF209-71A5-442C-87FE-5EB09347EBA3}"/>
    <dgm:cxn modelId="{038EA103-AECA-46F3-984F-41353F747E80}" type="presParOf" srcId="{0B7A94B2-0E7C-4C83-B537-D1BD6CFE6882}" destId="{61604D8D-F684-4CA5-BD39-F46F1BED1E72}" srcOrd="0" destOrd="0" presId="urn:microsoft.com/office/officeart/2005/8/layout/vList2"/>
    <dgm:cxn modelId="{74DDC716-A353-42A2-B030-A3F783A8226F}" type="presParOf" srcId="{0B7A94B2-0E7C-4C83-B537-D1BD6CFE6882}" destId="{DDCD4088-881B-43C5-AB21-0DCB816CEB28}" srcOrd="1" destOrd="0" presId="urn:microsoft.com/office/officeart/2005/8/layout/vList2"/>
    <dgm:cxn modelId="{F58998FC-B5C3-4FB6-8F87-332915F286E2}" type="presParOf" srcId="{0B7A94B2-0E7C-4C83-B537-D1BD6CFE6882}" destId="{B46B5631-365A-4820-A1C4-6A069B946B9E}" srcOrd="2" destOrd="0" presId="urn:microsoft.com/office/officeart/2005/8/layout/vList2"/>
    <dgm:cxn modelId="{D36786BA-4D41-418E-985C-DBA3E0B1F901}" type="presParOf" srcId="{0B7A94B2-0E7C-4C83-B537-D1BD6CFE6882}" destId="{0A09ED01-F2D9-4E35-8300-174C09AEEDC5}" srcOrd="3" destOrd="0" presId="urn:microsoft.com/office/officeart/2005/8/layout/vList2"/>
    <dgm:cxn modelId="{24C74E07-6F45-4228-BE1C-BA2F5A1D7705}" type="presParOf" srcId="{0B7A94B2-0E7C-4C83-B537-D1BD6CFE6882}" destId="{92E6D79C-C542-4C92-9A42-24CC19BD738D}" srcOrd="4" destOrd="0" presId="urn:microsoft.com/office/officeart/2005/8/layout/vList2"/>
    <dgm:cxn modelId="{69A14DC5-6993-4625-BC19-35A0E6F28ABC}" type="presParOf" srcId="{0B7A94B2-0E7C-4C83-B537-D1BD6CFE6882}" destId="{072ED442-B08C-494F-BDC7-80CCB41863F3}" srcOrd="5" destOrd="0" presId="urn:microsoft.com/office/officeart/2005/8/layout/vList2"/>
    <dgm:cxn modelId="{08B2CF2A-BA0A-4963-9E34-DD94B8284A6F}" type="presParOf" srcId="{0B7A94B2-0E7C-4C83-B537-D1BD6CFE6882}" destId="{C0107444-33A3-4C61-8509-6D52AB2B58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FD0758-BC34-481C-8863-C1A91D51319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5CC89D-9389-4007-AC56-D12F04FAB5B2}">
      <dgm:prSet/>
      <dgm:spPr/>
      <dgm:t>
        <a:bodyPr/>
        <a:lstStyle/>
        <a:p>
          <a:r>
            <a:rPr lang="en-US"/>
            <a:t>Three-tier architecture:</a:t>
          </a:r>
        </a:p>
      </dgm:t>
    </dgm:pt>
    <dgm:pt modelId="{D9E85AD5-BEA4-4880-8263-34389C63DAC5}" type="parTrans" cxnId="{704D896E-3297-4651-A5A4-B40DA4003465}">
      <dgm:prSet/>
      <dgm:spPr/>
      <dgm:t>
        <a:bodyPr/>
        <a:lstStyle/>
        <a:p>
          <a:endParaRPr lang="en-US"/>
        </a:p>
      </dgm:t>
    </dgm:pt>
    <dgm:pt modelId="{2A8BB34F-2E78-4374-8124-24CD17CE8423}" type="sibTrans" cxnId="{704D896E-3297-4651-A5A4-B40DA4003465}">
      <dgm:prSet/>
      <dgm:spPr/>
      <dgm:t>
        <a:bodyPr/>
        <a:lstStyle/>
        <a:p>
          <a:endParaRPr lang="en-US"/>
        </a:p>
      </dgm:t>
    </dgm:pt>
    <dgm:pt modelId="{366E2544-6CF7-4489-A649-B23CF7C4A61D}">
      <dgm:prSet/>
      <dgm:spPr/>
      <dgm:t>
        <a:bodyPr/>
        <a:lstStyle/>
        <a:p>
          <a:r>
            <a:rPr lang="en-US"/>
            <a:t>- Presentation Layer</a:t>
          </a:r>
        </a:p>
      </dgm:t>
    </dgm:pt>
    <dgm:pt modelId="{C0D57A22-DC90-42EA-AC3F-9AC5A0B9C7A2}" type="parTrans" cxnId="{1B9EB81E-14F1-4D97-A652-29FBA6E0A5F1}">
      <dgm:prSet/>
      <dgm:spPr/>
      <dgm:t>
        <a:bodyPr/>
        <a:lstStyle/>
        <a:p>
          <a:endParaRPr lang="en-US"/>
        </a:p>
      </dgm:t>
    </dgm:pt>
    <dgm:pt modelId="{64BC6F19-7BB4-40A1-91A3-A6D6279BF375}" type="sibTrans" cxnId="{1B9EB81E-14F1-4D97-A652-29FBA6E0A5F1}">
      <dgm:prSet/>
      <dgm:spPr/>
      <dgm:t>
        <a:bodyPr/>
        <a:lstStyle/>
        <a:p>
          <a:endParaRPr lang="en-US"/>
        </a:p>
      </dgm:t>
    </dgm:pt>
    <dgm:pt modelId="{7CA57D3E-BEEC-4361-B5C1-6A364965F68D}">
      <dgm:prSet/>
      <dgm:spPr/>
      <dgm:t>
        <a:bodyPr/>
        <a:lstStyle/>
        <a:p>
          <a:r>
            <a:rPr lang="en-US"/>
            <a:t>- Application Layer</a:t>
          </a:r>
        </a:p>
      </dgm:t>
    </dgm:pt>
    <dgm:pt modelId="{70667522-5171-4607-8E36-B9FF12033D21}" type="parTrans" cxnId="{F1F7E16F-F744-45D6-8859-2462C093FA41}">
      <dgm:prSet/>
      <dgm:spPr/>
      <dgm:t>
        <a:bodyPr/>
        <a:lstStyle/>
        <a:p>
          <a:endParaRPr lang="en-US"/>
        </a:p>
      </dgm:t>
    </dgm:pt>
    <dgm:pt modelId="{197136B7-B491-42D6-8DE0-FDFF5471E2D5}" type="sibTrans" cxnId="{F1F7E16F-F744-45D6-8859-2462C093FA41}">
      <dgm:prSet/>
      <dgm:spPr/>
      <dgm:t>
        <a:bodyPr/>
        <a:lstStyle/>
        <a:p>
          <a:endParaRPr lang="en-US"/>
        </a:p>
      </dgm:t>
    </dgm:pt>
    <dgm:pt modelId="{4226A5C5-3BE2-416B-8C2E-28A88E45BF00}">
      <dgm:prSet/>
      <dgm:spPr/>
      <dgm:t>
        <a:bodyPr/>
        <a:lstStyle/>
        <a:p>
          <a:r>
            <a:rPr lang="en-US"/>
            <a:t>- Data Layer</a:t>
          </a:r>
        </a:p>
      </dgm:t>
    </dgm:pt>
    <dgm:pt modelId="{2C24E0DF-168C-4455-B5DC-C681B12A3F20}" type="parTrans" cxnId="{F78147F5-841D-4DF2-9E13-9816D8D64D15}">
      <dgm:prSet/>
      <dgm:spPr/>
      <dgm:t>
        <a:bodyPr/>
        <a:lstStyle/>
        <a:p>
          <a:endParaRPr lang="en-US"/>
        </a:p>
      </dgm:t>
    </dgm:pt>
    <dgm:pt modelId="{2E553EC7-7442-43A6-B3E7-86234C0F8217}" type="sibTrans" cxnId="{F78147F5-841D-4DF2-9E13-9816D8D64D15}">
      <dgm:prSet/>
      <dgm:spPr/>
      <dgm:t>
        <a:bodyPr/>
        <a:lstStyle/>
        <a:p>
          <a:endParaRPr lang="en-US"/>
        </a:p>
      </dgm:t>
    </dgm:pt>
    <dgm:pt modelId="{06D82E5D-A6B9-487A-A6B5-52E66E9CEB63}" type="pres">
      <dgm:prSet presAssocID="{ADFD0758-BC34-481C-8863-C1A91D513197}" presName="linear" presStyleCnt="0">
        <dgm:presLayoutVars>
          <dgm:animLvl val="lvl"/>
          <dgm:resizeHandles val="exact"/>
        </dgm:presLayoutVars>
      </dgm:prSet>
      <dgm:spPr/>
    </dgm:pt>
    <dgm:pt modelId="{96BF1845-5349-4772-B73C-38669850E373}" type="pres">
      <dgm:prSet presAssocID="{C65CC89D-9389-4007-AC56-D12F04FAB5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468A79-22AD-4200-962C-693634231013}" type="pres">
      <dgm:prSet presAssocID="{2A8BB34F-2E78-4374-8124-24CD17CE8423}" presName="spacer" presStyleCnt="0"/>
      <dgm:spPr/>
    </dgm:pt>
    <dgm:pt modelId="{8A812B7C-2483-4BAC-BBBA-538D29F43D1C}" type="pres">
      <dgm:prSet presAssocID="{366E2544-6CF7-4489-A649-B23CF7C4A6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5368743-492C-4E71-A0E9-CC84559D25FC}" type="pres">
      <dgm:prSet presAssocID="{64BC6F19-7BB4-40A1-91A3-A6D6279BF375}" presName="spacer" presStyleCnt="0"/>
      <dgm:spPr/>
    </dgm:pt>
    <dgm:pt modelId="{9C771932-0D1C-4B42-9C48-EF69FC2FA43F}" type="pres">
      <dgm:prSet presAssocID="{7CA57D3E-BEEC-4361-B5C1-6A364965F6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2F702E-599A-4806-933A-7704C98780A4}" type="pres">
      <dgm:prSet presAssocID="{197136B7-B491-42D6-8DE0-FDFF5471E2D5}" presName="spacer" presStyleCnt="0"/>
      <dgm:spPr/>
    </dgm:pt>
    <dgm:pt modelId="{6A223C5D-1D90-4819-8628-724D72320461}" type="pres">
      <dgm:prSet presAssocID="{4226A5C5-3BE2-416B-8C2E-28A88E45BF0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6789801-3275-4924-80B7-5025A3C0E7BA}" type="presOf" srcId="{4226A5C5-3BE2-416B-8C2E-28A88E45BF00}" destId="{6A223C5D-1D90-4819-8628-724D72320461}" srcOrd="0" destOrd="0" presId="urn:microsoft.com/office/officeart/2005/8/layout/vList2"/>
    <dgm:cxn modelId="{1B9EB81E-14F1-4D97-A652-29FBA6E0A5F1}" srcId="{ADFD0758-BC34-481C-8863-C1A91D513197}" destId="{366E2544-6CF7-4489-A649-B23CF7C4A61D}" srcOrd="1" destOrd="0" parTransId="{C0D57A22-DC90-42EA-AC3F-9AC5A0B9C7A2}" sibTransId="{64BC6F19-7BB4-40A1-91A3-A6D6279BF375}"/>
    <dgm:cxn modelId="{E920331F-9F4B-459C-AF18-43307D39BB59}" type="presOf" srcId="{366E2544-6CF7-4489-A649-B23CF7C4A61D}" destId="{8A812B7C-2483-4BAC-BBBA-538D29F43D1C}" srcOrd="0" destOrd="0" presId="urn:microsoft.com/office/officeart/2005/8/layout/vList2"/>
    <dgm:cxn modelId="{4C69C339-9825-4A25-B9C2-4CF43D2FF3C7}" type="presOf" srcId="{C65CC89D-9389-4007-AC56-D12F04FAB5B2}" destId="{96BF1845-5349-4772-B73C-38669850E373}" srcOrd="0" destOrd="0" presId="urn:microsoft.com/office/officeart/2005/8/layout/vList2"/>
    <dgm:cxn modelId="{B9938440-7BCF-410D-83C7-641EC6130E58}" type="presOf" srcId="{ADFD0758-BC34-481C-8863-C1A91D513197}" destId="{06D82E5D-A6B9-487A-A6B5-52E66E9CEB63}" srcOrd="0" destOrd="0" presId="urn:microsoft.com/office/officeart/2005/8/layout/vList2"/>
    <dgm:cxn modelId="{704D896E-3297-4651-A5A4-B40DA4003465}" srcId="{ADFD0758-BC34-481C-8863-C1A91D513197}" destId="{C65CC89D-9389-4007-AC56-D12F04FAB5B2}" srcOrd="0" destOrd="0" parTransId="{D9E85AD5-BEA4-4880-8263-34389C63DAC5}" sibTransId="{2A8BB34F-2E78-4374-8124-24CD17CE8423}"/>
    <dgm:cxn modelId="{F1F7E16F-F744-45D6-8859-2462C093FA41}" srcId="{ADFD0758-BC34-481C-8863-C1A91D513197}" destId="{7CA57D3E-BEEC-4361-B5C1-6A364965F68D}" srcOrd="2" destOrd="0" parTransId="{70667522-5171-4607-8E36-B9FF12033D21}" sibTransId="{197136B7-B491-42D6-8DE0-FDFF5471E2D5}"/>
    <dgm:cxn modelId="{510AA9A1-5D6C-4082-90F9-CE3B8FCDE8DA}" type="presOf" srcId="{7CA57D3E-BEEC-4361-B5C1-6A364965F68D}" destId="{9C771932-0D1C-4B42-9C48-EF69FC2FA43F}" srcOrd="0" destOrd="0" presId="urn:microsoft.com/office/officeart/2005/8/layout/vList2"/>
    <dgm:cxn modelId="{F78147F5-841D-4DF2-9E13-9816D8D64D15}" srcId="{ADFD0758-BC34-481C-8863-C1A91D513197}" destId="{4226A5C5-3BE2-416B-8C2E-28A88E45BF00}" srcOrd="3" destOrd="0" parTransId="{2C24E0DF-168C-4455-B5DC-C681B12A3F20}" sibTransId="{2E553EC7-7442-43A6-B3E7-86234C0F8217}"/>
    <dgm:cxn modelId="{D1CC104B-5EC8-40E3-9322-0E416DA7B878}" type="presParOf" srcId="{06D82E5D-A6B9-487A-A6B5-52E66E9CEB63}" destId="{96BF1845-5349-4772-B73C-38669850E373}" srcOrd="0" destOrd="0" presId="urn:microsoft.com/office/officeart/2005/8/layout/vList2"/>
    <dgm:cxn modelId="{5AE12179-1593-4D3B-8F95-56571AF910F0}" type="presParOf" srcId="{06D82E5D-A6B9-487A-A6B5-52E66E9CEB63}" destId="{9F468A79-22AD-4200-962C-693634231013}" srcOrd="1" destOrd="0" presId="urn:microsoft.com/office/officeart/2005/8/layout/vList2"/>
    <dgm:cxn modelId="{557CE077-9AB7-4D85-9394-607225959EE7}" type="presParOf" srcId="{06D82E5D-A6B9-487A-A6B5-52E66E9CEB63}" destId="{8A812B7C-2483-4BAC-BBBA-538D29F43D1C}" srcOrd="2" destOrd="0" presId="urn:microsoft.com/office/officeart/2005/8/layout/vList2"/>
    <dgm:cxn modelId="{1CDC33AB-62C8-42FB-9250-D5328A61ACDB}" type="presParOf" srcId="{06D82E5D-A6B9-487A-A6B5-52E66E9CEB63}" destId="{55368743-492C-4E71-A0E9-CC84559D25FC}" srcOrd="3" destOrd="0" presId="urn:microsoft.com/office/officeart/2005/8/layout/vList2"/>
    <dgm:cxn modelId="{CCA11A9D-0418-435B-9AC9-1B4B63551FD8}" type="presParOf" srcId="{06D82E5D-A6B9-487A-A6B5-52E66E9CEB63}" destId="{9C771932-0D1C-4B42-9C48-EF69FC2FA43F}" srcOrd="4" destOrd="0" presId="urn:microsoft.com/office/officeart/2005/8/layout/vList2"/>
    <dgm:cxn modelId="{D779D9C7-ED99-4144-9D0E-471648A89F4A}" type="presParOf" srcId="{06D82E5D-A6B9-487A-A6B5-52E66E9CEB63}" destId="{9D2F702E-599A-4806-933A-7704C98780A4}" srcOrd="5" destOrd="0" presId="urn:microsoft.com/office/officeart/2005/8/layout/vList2"/>
    <dgm:cxn modelId="{2808CA93-FB24-4E6E-9EF8-6C66ECEA1636}" type="presParOf" srcId="{06D82E5D-A6B9-487A-A6B5-52E66E9CEB63}" destId="{6A223C5D-1D90-4819-8628-724D7232046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0F7827-3F26-446F-9BBB-370CA17A846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D5AE7F-C4FD-4D17-A466-415A1FEE676A}">
      <dgm:prSet/>
      <dgm:spPr/>
      <dgm:t>
        <a:bodyPr/>
        <a:lstStyle/>
        <a:p>
          <a:r>
            <a:rPr lang="en-US"/>
            <a:t>Authentication &amp; Authorization</a:t>
          </a:r>
        </a:p>
      </dgm:t>
    </dgm:pt>
    <dgm:pt modelId="{6B6A5839-7C5F-4D06-A2D8-4E2954433CA3}" type="parTrans" cxnId="{7C13B35E-A49C-411A-B5FE-EE065B3FBE52}">
      <dgm:prSet/>
      <dgm:spPr/>
      <dgm:t>
        <a:bodyPr/>
        <a:lstStyle/>
        <a:p>
          <a:endParaRPr lang="en-US"/>
        </a:p>
      </dgm:t>
    </dgm:pt>
    <dgm:pt modelId="{CF0A4726-6B14-485A-93A8-AF77AFC01638}" type="sibTrans" cxnId="{7C13B35E-A49C-411A-B5FE-EE065B3FBE52}">
      <dgm:prSet/>
      <dgm:spPr/>
      <dgm:t>
        <a:bodyPr/>
        <a:lstStyle/>
        <a:p>
          <a:endParaRPr lang="en-US"/>
        </a:p>
      </dgm:t>
    </dgm:pt>
    <dgm:pt modelId="{F6894B16-4299-4C11-A657-F566B31E3720}">
      <dgm:prSet/>
      <dgm:spPr/>
      <dgm:t>
        <a:bodyPr/>
        <a:lstStyle/>
        <a:p>
          <a:r>
            <a:rPr lang="en-US"/>
            <a:t>Student Management</a:t>
          </a:r>
        </a:p>
      </dgm:t>
    </dgm:pt>
    <dgm:pt modelId="{68FB2FE9-B60F-4712-B811-39EACA96FB64}" type="parTrans" cxnId="{A7A965CC-FDB9-4F96-9857-484C2EAC418C}">
      <dgm:prSet/>
      <dgm:spPr/>
      <dgm:t>
        <a:bodyPr/>
        <a:lstStyle/>
        <a:p>
          <a:endParaRPr lang="en-US"/>
        </a:p>
      </dgm:t>
    </dgm:pt>
    <dgm:pt modelId="{3D12B85F-0702-41F6-8A48-FDE246BA6992}" type="sibTrans" cxnId="{A7A965CC-FDB9-4F96-9857-484C2EAC418C}">
      <dgm:prSet/>
      <dgm:spPr/>
      <dgm:t>
        <a:bodyPr/>
        <a:lstStyle/>
        <a:p>
          <a:endParaRPr lang="en-US"/>
        </a:p>
      </dgm:t>
    </dgm:pt>
    <dgm:pt modelId="{D7077143-AA32-4ED6-BDF2-61F96768FAAF}">
      <dgm:prSet/>
      <dgm:spPr/>
      <dgm:t>
        <a:bodyPr/>
        <a:lstStyle/>
        <a:p>
          <a:r>
            <a:rPr lang="en-US"/>
            <a:t>Course Management</a:t>
          </a:r>
        </a:p>
      </dgm:t>
    </dgm:pt>
    <dgm:pt modelId="{E7A3F440-AC8F-4EBE-A113-411D088C4EC1}" type="parTrans" cxnId="{85AC10EF-EB24-4AD1-B5F0-9ACE8FCDC74B}">
      <dgm:prSet/>
      <dgm:spPr/>
      <dgm:t>
        <a:bodyPr/>
        <a:lstStyle/>
        <a:p>
          <a:endParaRPr lang="en-US"/>
        </a:p>
      </dgm:t>
    </dgm:pt>
    <dgm:pt modelId="{FBC3AB4C-2A54-49C6-AEF6-A3CCD2EE6C9D}" type="sibTrans" cxnId="{85AC10EF-EB24-4AD1-B5F0-9ACE8FCDC74B}">
      <dgm:prSet/>
      <dgm:spPr/>
      <dgm:t>
        <a:bodyPr/>
        <a:lstStyle/>
        <a:p>
          <a:endParaRPr lang="en-US"/>
        </a:p>
      </dgm:t>
    </dgm:pt>
    <dgm:pt modelId="{F59C363A-48A1-4239-BA21-61AB8C13925D}">
      <dgm:prSet/>
      <dgm:spPr/>
      <dgm:t>
        <a:bodyPr/>
        <a:lstStyle/>
        <a:p>
          <a:r>
            <a:rPr lang="en-US"/>
            <a:t>Grading &amp; Reporting</a:t>
          </a:r>
        </a:p>
      </dgm:t>
    </dgm:pt>
    <dgm:pt modelId="{0FF5290D-1F7B-418E-9494-0F623017692E}" type="parTrans" cxnId="{90DF1C51-73A1-459E-8D0B-7EDEC085E627}">
      <dgm:prSet/>
      <dgm:spPr/>
      <dgm:t>
        <a:bodyPr/>
        <a:lstStyle/>
        <a:p>
          <a:endParaRPr lang="en-US"/>
        </a:p>
      </dgm:t>
    </dgm:pt>
    <dgm:pt modelId="{997621ED-F24A-4AA3-B8CB-CF228384CB00}" type="sibTrans" cxnId="{90DF1C51-73A1-459E-8D0B-7EDEC085E627}">
      <dgm:prSet/>
      <dgm:spPr/>
      <dgm:t>
        <a:bodyPr/>
        <a:lstStyle/>
        <a:p>
          <a:endParaRPr lang="en-US"/>
        </a:p>
      </dgm:t>
    </dgm:pt>
    <dgm:pt modelId="{FC3190F8-9CC4-4965-BFE2-B383AB96DDB8}">
      <dgm:prSet/>
      <dgm:spPr/>
      <dgm:t>
        <a:bodyPr/>
        <a:lstStyle/>
        <a:p>
          <a:r>
            <a:rPr lang="en-US"/>
            <a:t>RBAC</a:t>
          </a:r>
        </a:p>
      </dgm:t>
    </dgm:pt>
    <dgm:pt modelId="{C2EBD045-40AE-4C98-8848-2AB5C93B8DDC}" type="parTrans" cxnId="{DE6F8F6F-0915-4305-BE68-3F38FDE591BF}">
      <dgm:prSet/>
      <dgm:spPr/>
      <dgm:t>
        <a:bodyPr/>
        <a:lstStyle/>
        <a:p>
          <a:endParaRPr lang="en-US"/>
        </a:p>
      </dgm:t>
    </dgm:pt>
    <dgm:pt modelId="{E76F61E6-3258-4E6B-AE7C-DE337B718034}" type="sibTrans" cxnId="{DE6F8F6F-0915-4305-BE68-3F38FDE591BF}">
      <dgm:prSet/>
      <dgm:spPr/>
      <dgm:t>
        <a:bodyPr/>
        <a:lstStyle/>
        <a:p>
          <a:endParaRPr lang="en-US"/>
        </a:p>
      </dgm:t>
    </dgm:pt>
    <dgm:pt modelId="{4306AB8B-093E-4090-83A8-0870F51CF138}" type="pres">
      <dgm:prSet presAssocID="{E20F7827-3F26-446F-9BBB-370CA17A8468}" presName="linear" presStyleCnt="0">
        <dgm:presLayoutVars>
          <dgm:animLvl val="lvl"/>
          <dgm:resizeHandles val="exact"/>
        </dgm:presLayoutVars>
      </dgm:prSet>
      <dgm:spPr/>
    </dgm:pt>
    <dgm:pt modelId="{75623B97-B331-48B5-A61B-A00F90962B87}" type="pres">
      <dgm:prSet presAssocID="{A6D5AE7F-C4FD-4D17-A466-415A1FEE676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95AE221-C6EE-427B-8C63-2B69D1ACE0BC}" type="pres">
      <dgm:prSet presAssocID="{CF0A4726-6B14-485A-93A8-AF77AFC01638}" presName="spacer" presStyleCnt="0"/>
      <dgm:spPr/>
    </dgm:pt>
    <dgm:pt modelId="{1D0BD07C-DB1B-4F86-B550-8D2628568451}" type="pres">
      <dgm:prSet presAssocID="{F6894B16-4299-4C11-A657-F566B31E372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F294A1D-0D6E-472F-9F46-00003B4BB872}" type="pres">
      <dgm:prSet presAssocID="{3D12B85F-0702-41F6-8A48-FDE246BA6992}" presName="spacer" presStyleCnt="0"/>
      <dgm:spPr/>
    </dgm:pt>
    <dgm:pt modelId="{E4A65DD0-08AE-41A0-95E9-3793B23B9296}" type="pres">
      <dgm:prSet presAssocID="{D7077143-AA32-4ED6-BDF2-61F96768FA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0415B9B1-A796-4B40-983B-DF2FD819498F}" type="pres">
      <dgm:prSet presAssocID="{FBC3AB4C-2A54-49C6-AEF6-A3CCD2EE6C9D}" presName="spacer" presStyleCnt="0"/>
      <dgm:spPr/>
    </dgm:pt>
    <dgm:pt modelId="{281BE3A2-BEA7-48FC-B1E5-2BB6ADB56A61}" type="pres">
      <dgm:prSet presAssocID="{F59C363A-48A1-4239-BA21-61AB8C1392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3DEDEC6-56C8-43AD-BAE1-3DF9D5CA9681}" type="pres">
      <dgm:prSet presAssocID="{997621ED-F24A-4AA3-B8CB-CF228384CB00}" presName="spacer" presStyleCnt="0"/>
      <dgm:spPr/>
    </dgm:pt>
    <dgm:pt modelId="{44726407-A256-4243-B5B6-4E8D64C57AB4}" type="pres">
      <dgm:prSet presAssocID="{FC3190F8-9CC4-4965-BFE2-B383AB96DDB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2A54400-E5C2-49D9-9AA8-9078B9E2A646}" type="presOf" srcId="{E20F7827-3F26-446F-9BBB-370CA17A8468}" destId="{4306AB8B-093E-4090-83A8-0870F51CF138}" srcOrd="0" destOrd="0" presId="urn:microsoft.com/office/officeart/2005/8/layout/vList2"/>
    <dgm:cxn modelId="{7C13B35E-A49C-411A-B5FE-EE065B3FBE52}" srcId="{E20F7827-3F26-446F-9BBB-370CA17A8468}" destId="{A6D5AE7F-C4FD-4D17-A466-415A1FEE676A}" srcOrd="0" destOrd="0" parTransId="{6B6A5839-7C5F-4D06-A2D8-4E2954433CA3}" sibTransId="{CF0A4726-6B14-485A-93A8-AF77AFC01638}"/>
    <dgm:cxn modelId="{C374294B-5422-4415-925E-934052081D2D}" type="presOf" srcId="{A6D5AE7F-C4FD-4D17-A466-415A1FEE676A}" destId="{75623B97-B331-48B5-A61B-A00F90962B87}" srcOrd="0" destOrd="0" presId="urn:microsoft.com/office/officeart/2005/8/layout/vList2"/>
    <dgm:cxn modelId="{DE6F8F6F-0915-4305-BE68-3F38FDE591BF}" srcId="{E20F7827-3F26-446F-9BBB-370CA17A8468}" destId="{FC3190F8-9CC4-4965-BFE2-B383AB96DDB8}" srcOrd="4" destOrd="0" parTransId="{C2EBD045-40AE-4C98-8848-2AB5C93B8DDC}" sibTransId="{E76F61E6-3258-4E6B-AE7C-DE337B718034}"/>
    <dgm:cxn modelId="{90DF1C51-73A1-459E-8D0B-7EDEC085E627}" srcId="{E20F7827-3F26-446F-9BBB-370CA17A8468}" destId="{F59C363A-48A1-4239-BA21-61AB8C13925D}" srcOrd="3" destOrd="0" parTransId="{0FF5290D-1F7B-418E-9494-0F623017692E}" sibTransId="{997621ED-F24A-4AA3-B8CB-CF228384CB00}"/>
    <dgm:cxn modelId="{37ACFA73-BECC-421F-ABFF-A27EB0831CD5}" type="presOf" srcId="{FC3190F8-9CC4-4965-BFE2-B383AB96DDB8}" destId="{44726407-A256-4243-B5B6-4E8D64C57AB4}" srcOrd="0" destOrd="0" presId="urn:microsoft.com/office/officeart/2005/8/layout/vList2"/>
    <dgm:cxn modelId="{6A7CEAB6-A666-426E-82A6-D9B9EEBD0395}" type="presOf" srcId="{D7077143-AA32-4ED6-BDF2-61F96768FAAF}" destId="{E4A65DD0-08AE-41A0-95E9-3793B23B9296}" srcOrd="0" destOrd="0" presId="urn:microsoft.com/office/officeart/2005/8/layout/vList2"/>
    <dgm:cxn modelId="{B1A51BBF-8D8F-416F-BD6C-74305886FAB7}" type="presOf" srcId="{F59C363A-48A1-4239-BA21-61AB8C13925D}" destId="{281BE3A2-BEA7-48FC-B1E5-2BB6ADB56A61}" srcOrd="0" destOrd="0" presId="urn:microsoft.com/office/officeart/2005/8/layout/vList2"/>
    <dgm:cxn modelId="{A7A965CC-FDB9-4F96-9857-484C2EAC418C}" srcId="{E20F7827-3F26-446F-9BBB-370CA17A8468}" destId="{F6894B16-4299-4C11-A657-F566B31E3720}" srcOrd="1" destOrd="0" parTransId="{68FB2FE9-B60F-4712-B811-39EACA96FB64}" sibTransId="{3D12B85F-0702-41F6-8A48-FDE246BA6992}"/>
    <dgm:cxn modelId="{C93D4EDC-E6ED-41A3-A302-3183886D6C56}" type="presOf" srcId="{F6894B16-4299-4C11-A657-F566B31E3720}" destId="{1D0BD07C-DB1B-4F86-B550-8D2628568451}" srcOrd="0" destOrd="0" presId="urn:microsoft.com/office/officeart/2005/8/layout/vList2"/>
    <dgm:cxn modelId="{85AC10EF-EB24-4AD1-B5F0-9ACE8FCDC74B}" srcId="{E20F7827-3F26-446F-9BBB-370CA17A8468}" destId="{D7077143-AA32-4ED6-BDF2-61F96768FAAF}" srcOrd="2" destOrd="0" parTransId="{E7A3F440-AC8F-4EBE-A113-411D088C4EC1}" sibTransId="{FBC3AB4C-2A54-49C6-AEF6-A3CCD2EE6C9D}"/>
    <dgm:cxn modelId="{85B3F90F-5468-4C4C-9120-C43466A065D6}" type="presParOf" srcId="{4306AB8B-093E-4090-83A8-0870F51CF138}" destId="{75623B97-B331-48B5-A61B-A00F90962B87}" srcOrd="0" destOrd="0" presId="urn:microsoft.com/office/officeart/2005/8/layout/vList2"/>
    <dgm:cxn modelId="{F97D818A-5471-4DC0-80C1-AEDBFC620A9E}" type="presParOf" srcId="{4306AB8B-093E-4090-83A8-0870F51CF138}" destId="{695AE221-C6EE-427B-8C63-2B69D1ACE0BC}" srcOrd="1" destOrd="0" presId="urn:microsoft.com/office/officeart/2005/8/layout/vList2"/>
    <dgm:cxn modelId="{C4272B37-1CCD-47BA-A2E7-003C60A61DFD}" type="presParOf" srcId="{4306AB8B-093E-4090-83A8-0870F51CF138}" destId="{1D0BD07C-DB1B-4F86-B550-8D2628568451}" srcOrd="2" destOrd="0" presId="urn:microsoft.com/office/officeart/2005/8/layout/vList2"/>
    <dgm:cxn modelId="{069D0F51-89CD-4186-90F6-004902757D9B}" type="presParOf" srcId="{4306AB8B-093E-4090-83A8-0870F51CF138}" destId="{7F294A1D-0D6E-472F-9F46-00003B4BB872}" srcOrd="3" destOrd="0" presId="urn:microsoft.com/office/officeart/2005/8/layout/vList2"/>
    <dgm:cxn modelId="{8AF4FB92-638E-48B1-BA68-46464E072C2A}" type="presParOf" srcId="{4306AB8B-093E-4090-83A8-0870F51CF138}" destId="{E4A65DD0-08AE-41A0-95E9-3793B23B9296}" srcOrd="4" destOrd="0" presId="urn:microsoft.com/office/officeart/2005/8/layout/vList2"/>
    <dgm:cxn modelId="{95C34FF8-8631-4369-BFBD-D11249321011}" type="presParOf" srcId="{4306AB8B-093E-4090-83A8-0870F51CF138}" destId="{0415B9B1-A796-4B40-983B-DF2FD819498F}" srcOrd="5" destOrd="0" presId="urn:microsoft.com/office/officeart/2005/8/layout/vList2"/>
    <dgm:cxn modelId="{B65F50DA-EC62-408E-B67B-14D6FAFEE3A2}" type="presParOf" srcId="{4306AB8B-093E-4090-83A8-0870F51CF138}" destId="{281BE3A2-BEA7-48FC-B1E5-2BB6ADB56A61}" srcOrd="6" destOrd="0" presId="urn:microsoft.com/office/officeart/2005/8/layout/vList2"/>
    <dgm:cxn modelId="{7B03EB1C-88E7-46BC-A806-483BF4008D12}" type="presParOf" srcId="{4306AB8B-093E-4090-83A8-0870F51CF138}" destId="{83DEDEC6-56C8-43AD-BAE1-3DF9D5CA9681}" srcOrd="7" destOrd="0" presId="urn:microsoft.com/office/officeart/2005/8/layout/vList2"/>
    <dgm:cxn modelId="{C8EBD1AA-D767-4492-8CE8-33DD950DB365}" type="presParOf" srcId="{4306AB8B-093E-4090-83A8-0870F51CF138}" destId="{44726407-A256-4243-B5B6-4E8D64C57AB4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09FE71-4722-425A-903C-465AF2A1874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00893DB-3228-4A6A-9B43-4815685A3513}">
      <dgm:prSet/>
      <dgm:spPr/>
      <dgm:t>
        <a:bodyPr/>
        <a:lstStyle/>
        <a:p>
          <a:r>
            <a:rPr lang="en-US"/>
            <a:t>Administrator: Manages system</a:t>
          </a:r>
        </a:p>
      </dgm:t>
    </dgm:pt>
    <dgm:pt modelId="{C4648305-61CE-4E8C-BB34-B54504ABFB65}" type="parTrans" cxnId="{F6135D13-A45C-4636-9521-3D66157F3D29}">
      <dgm:prSet/>
      <dgm:spPr/>
      <dgm:t>
        <a:bodyPr/>
        <a:lstStyle/>
        <a:p>
          <a:endParaRPr lang="en-US"/>
        </a:p>
      </dgm:t>
    </dgm:pt>
    <dgm:pt modelId="{0F3F4B3A-198B-4A65-956A-3F009D47F3ED}" type="sibTrans" cxnId="{F6135D13-A45C-4636-9521-3D66157F3D29}">
      <dgm:prSet/>
      <dgm:spPr/>
      <dgm:t>
        <a:bodyPr/>
        <a:lstStyle/>
        <a:p>
          <a:endParaRPr lang="en-US"/>
        </a:p>
      </dgm:t>
    </dgm:pt>
    <dgm:pt modelId="{BF40E589-827F-4F8A-AF29-3503052CBC1A}">
      <dgm:prSet/>
      <dgm:spPr/>
      <dgm:t>
        <a:bodyPr/>
        <a:lstStyle/>
        <a:p>
          <a:r>
            <a:rPr lang="en-US"/>
            <a:t>Lecturer: Manages courses &amp; grades</a:t>
          </a:r>
        </a:p>
      </dgm:t>
    </dgm:pt>
    <dgm:pt modelId="{2C8A5F11-55C1-4AE5-BE60-4C66A852AC79}" type="parTrans" cxnId="{7A862ECA-E459-4EDF-ABDB-A6F5C1CEBC70}">
      <dgm:prSet/>
      <dgm:spPr/>
      <dgm:t>
        <a:bodyPr/>
        <a:lstStyle/>
        <a:p>
          <a:endParaRPr lang="en-US"/>
        </a:p>
      </dgm:t>
    </dgm:pt>
    <dgm:pt modelId="{385643F1-189A-43FC-9853-EB140F7DAC89}" type="sibTrans" cxnId="{7A862ECA-E459-4EDF-ABDB-A6F5C1CEBC70}">
      <dgm:prSet/>
      <dgm:spPr/>
      <dgm:t>
        <a:bodyPr/>
        <a:lstStyle/>
        <a:p>
          <a:endParaRPr lang="en-US"/>
        </a:p>
      </dgm:t>
    </dgm:pt>
    <dgm:pt modelId="{6EC9C58D-EEF9-4723-BC5C-12A600B5A0BE}">
      <dgm:prSet/>
      <dgm:spPr/>
      <dgm:t>
        <a:bodyPr/>
        <a:lstStyle/>
        <a:p>
          <a:r>
            <a:rPr lang="en-US"/>
            <a:t>Student: Views records</a:t>
          </a:r>
        </a:p>
      </dgm:t>
    </dgm:pt>
    <dgm:pt modelId="{9EF9CE26-216D-4C9B-811A-715835735FF5}" type="parTrans" cxnId="{97FA97AC-8257-45C4-8618-A91A152286CF}">
      <dgm:prSet/>
      <dgm:spPr/>
      <dgm:t>
        <a:bodyPr/>
        <a:lstStyle/>
        <a:p>
          <a:endParaRPr lang="en-US"/>
        </a:p>
      </dgm:t>
    </dgm:pt>
    <dgm:pt modelId="{65F7FE31-1C10-42AE-9033-F2CE44C0ABEC}" type="sibTrans" cxnId="{97FA97AC-8257-45C4-8618-A91A152286CF}">
      <dgm:prSet/>
      <dgm:spPr/>
      <dgm:t>
        <a:bodyPr/>
        <a:lstStyle/>
        <a:p>
          <a:endParaRPr lang="en-US"/>
        </a:p>
      </dgm:t>
    </dgm:pt>
    <dgm:pt modelId="{4212C91E-FC54-490A-80D4-9A085F0450CB}" type="pres">
      <dgm:prSet presAssocID="{DD09FE71-4722-425A-903C-465AF2A1874A}" presName="linear" presStyleCnt="0">
        <dgm:presLayoutVars>
          <dgm:animLvl val="lvl"/>
          <dgm:resizeHandles val="exact"/>
        </dgm:presLayoutVars>
      </dgm:prSet>
      <dgm:spPr/>
    </dgm:pt>
    <dgm:pt modelId="{05AA9F75-713A-45D2-9CE8-E268F615F3AD}" type="pres">
      <dgm:prSet presAssocID="{F00893DB-3228-4A6A-9B43-4815685A35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C5E594-82DD-42DD-BA22-DA68B7D54F58}" type="pres">
      <dgm:prSet presAssocID="{0F3F4B3A-198B-4A65-956A-3F009D47F3ED}" presName="spacer" presStyleCnt="0"/>
      <dgm:spPr/>
    </dgm:pt>
    <dgm:pt modelId="{6A90F671-F3EB-4735-B3BF-DD84BFB0A430}" type="pres">
      <dgm:prSet presAssocID="{BF40E589-827F-4F8A-AF29-3503052CBC1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93C5F8-1B68-4DDF-84DF-596FED584DEF}" type="pres">
      <dgm:prSet presAssocID="{385643F1-189A-43FC-9853-EB140F7DAC89}" presName="spacer" presStyleCnt="0"/>
      <dgm:spPr/>
    </dgm:pt>
    <dgm:pt modelId="{107887DA-0E2A-4FC7-98BF-D3BAFF6854AB}" type="pres">
      <dgm:prSet presAssocID="{6EC9C58D-EEF9-4723-BC5C-12A600B5A0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6135D13-A45C-4636-9521-3D66157F3D29}" srcId="{DD09FE71-4722-425A-903C-465AF2A1874A}" destId="{F00893DB-3228-4A6A-9B43-4815685A3513}" srcOrd="0" destOrd="0" parTransId="{C4648305-61CE-4E8C-BB34-B54504ABFB65}" sibTransId="{0F3F4B3A-198B-4A65-956A-3F009D47F3ED}"/>
    <dgm:cxn modelId="{87EC9537-8F4C-4F4A-BE35-816452958A48}" type="presOf" srcId="{DD09FE71-4722-425A-903C-465AF2A1874A}" destId="{4212C91E-FC54-490A-80D4-9A085F0450CB}" srcOrd="0" destOrd="0" presId="urn:microsoft.com/office/officeart/2005/8/layout/vList2"/>
    <dgm:cxn modelId="{0CE05363-3408-4341-929C-B4954C71BF66}" type="presOf" srcId="{BF40E589-827F-4F8A-AF29-3503052CBC1A}" destId="{6A90F671-F3EB-4735-B3BF-DD84BFB0A430}" srcOrd="0" destOrd="0" presId="urn:microsoft.com/office/officeart/2005/8/layout/vList2"/>
    <dgm:cxn modelId="{431676A0-12F8-4217-93DB-9C0415EF2D23}" type="presOf" srcId="{F00893DB-3228-4A6A-9B43-4815685A3513}" destId="{05AA9F75-713A-45D2-9CE8-E268F615F3AD}" srcOrd="0" destOrd="0" presId="urn:microsoft.com/office/officeart/2005/8/layout/vList2"/>
    <dgm:cxn modelId="{97FA97AC-8257-45C4-8618-A91A152286CF}" srcId="{DD09FE71-4722-425A-903C-465AF2A1874A}" destId="{6EC9C58D-EEF9-4723-BC5C-12A600B5A0BE}" srcOrd="2" destOrd="0" parTransId="{9EF9CE26-216D-4C9B-811A-715835735FF5}" sibTransId="{65F7FE31-1C10-42AE-9033-F2CE44C0ABEC}"/>
    <dgm:cxn modelId="{7A862ECA-E459-4EDF-ABDB-A6F5C1CEBC70}" srcId="{DD09FE71-4722-425A-903C-465AF2A1874A}" destId="{BF40E589-827F-4F8A-AF29-3503052CBC1A}" srcOrd="1" destOrd="0" parTransId="{2C8A5F11-55C1-4AE5-BE60-4C66A852AC79}" sibTransId="{385643F1-189A-43FC-9853-EB140F7DAC89}"/>
    <dgm:cxn modelId="{D2BB58D3-69EF-4D74-A1FF-085A34B30589}" type="presOf" srcId="{6EC9C58D-EEF9-4723-BC5C-12A600B5A0BE}" destId="{107887DA-0E2A-4FC7-98BF-D3BAFF6854AB}" srcOrd="0" destOrd="0" presId="urn:microsoft.com/office/officeart/2005/8/layout/vList2"/>
    <dgm:cxn modelId="{ED9E8A4C-5B22-45A3-A163-3D32914DC6F7}" type="presParOf" srcId="{4212C91E-FC54-490A-80D4-9A085F0450CB}" destId="{05AA9F75-713A-45D2-9CE8-E268F615F3AD}" srcOrd="0" destOrd="0" presId="urn:microsoft.com/office/officeart/2005/8/layout/vList2"/>
    <dgm:cxn modelId="{339CE35F-FF68-4459-A553-357C75F98593}" type="presParOf" srcId="{4212C91E-FC54-490A-80D4-9A085F0450CB}" destId="{4DC5E594-82DD-42DD-BA22-DA68B7D54F58}" srcOrd="1" destOrd="0" presId="urn:microsoft.com/office/officeart/2005/8/layout/vList2"/>
    <dgm:cxn modelId="{7AAEC9F7-3201-45F8-BBFE-CB024361C926}" type="presParOf" srcId="{4212C91E-FC54-490A-80D4-9A085F0450CB}" destId="{6A90F671-F3EB-4735-B3BF-DD84BFB0A430}" srcOrd="2" destOrd="0" presId="urn:microsoft.com/office/officeart/2005/8/layout/vList2"/>
    <dgm:cxn modelId="{64B6D653-52B7-4D7D-9314-D45C3B472EA5}" type="presParOf" srcId="{4212C91E-FC54-490A-80D4-9A085F0450CB}" destId="{7C93C5F8-1B68-4DDF-84DF-596FED584DEF}" srcOrd="3" destOrd="0" presId="urn:microsoft.com/office/officeart/2005/8/layout/vList2"/>
    <dgm:cxn modelId="{7F598268-CC72-40F6-BAE9-569AF52C141A}" type="presParOf" srcId="{4212C91E-FC54-490A-80D4-9A085F0450CB}" destId="{107887DA-0E2A-4FC7-98BF-D3BAFF6854A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B888E0E-9CF1-4AB8-B0A1-435E7044191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2FE625-7FB6-4FEE-A919-C5EB4A451E02}">
      <dgm:prSet/>
      <dgm:spPr/>
      <dgm:t>
        <a:bodyPr/>
        <a:lstStyle/>
        <a:p>
          <a:r>
            <a:rPr lang="en-US"/>
            <a:t>User registration</a:t>
          </a:r>
        </a:p>
      </dgm:t>
    </dgm:pt>
    <dgm:pt modelId="{F35D4994-A913-43AE-B4A7-C8097109D570}" type="parTrans" cxnId="{AF5F83E7-57FF-4FD6-B754-95193CB89DFE}">
      <dgm:prSet/>
      <dgm:spPr/>
      <dgm:t>
        <a:bodyPr/>
        <a:lstStyle/>
        <a:p>
          <a:endParaRPr lang="en-US"/>
        </a:p>
      </dgm:t>
    </dgm:pt>
    <dgm:pt modelId="{95C26AAC-E7F0-41F8-96B8-74C831B42804}" type="sibTrans" cxnId="{AF5F83E7-57FF-4FD6-B754-95193CB89DFE}">
      <dgm:prSet/>
      <dgm:spPr/>
      <dgm:t>
        <a:bodyPr/>
        <a:lstStyle/>
        <a:p>
          <a:endParaRPr lang="en-US"/>
        </a:p>
      </dgm:t>
    </dgm:pt>
    <dgm:pt modelId="{24393B1F-5E52-4CE4-8100-016663E46B92}">
      <dgm:prSet/>
      <dgm:spPr/>
      <dgm:t>
        <a:bodyPr/>
        <a:lstStyle/>
        <a:p>
          <a:r>
            <a:rPr lang="en-US"/>
            <a:t>Secure login</a:t>
          </a:r>
        </a:p>
      </dgm:t>
    </dgm:pt>
    <dgm:pt modelId="{E6304197-C87E-454F-B56A-37B701A4307A}" type="parTrans" cxnId="{5335E229-A5DF-4C01-8033-D5BFDA7A78D7}">
      <dgm:prSet/>
      <dgm:spPr/>
      <dgm:t>
        <a:bodyPr/>
        <a:lstStyle/>
        <a:p>
          <a:endParaRPr lang="en-US"/>
        </a:p>
      </dgm:t>
    </dgm:pt>
    <dgm:pt modelId="{46B78260-4847-48A7-A25E-A4A8561CE7E6}" type="sibTrans" cxnId="{5335E229-A5DF-4C01-8033-D5BFDA7A78D7}">
      <dgm:prSet/>
      <dgm:spPr/>
      <dgm:t>
        <a:bodyPr/>
        <a:lstStyle/>
        <a:p>
          <a:endParaRPr lang="en-US"/>
        </a:p>
      </dgm:t>
    </dgm:pt>
    <dgm:pt modelId="{4C5007A6-E8D2-42F6-B8A1-D499AE1646D9}">
      <dgm:prSet/>
      <dgm:spPr/>
      <dgm:t>
        <a:bodyPr/>
        <a:lstStyle/>
        <a:p>
          <a:r>
            <a:rPr lang="en-US"/>
            <a:t>Password reset</a:t>
          </a:r>
        </a:p>
      </dgm:t>
    </dgm:pt>
    <dgm:pt modelId="{1D6C68EF-B3D2-4AF0-B78F-99B6B0D946F2}" type="parTrans" cxnId="{578A09C1-108D-4FCB-8CBE-22F371FE1FAD}">
      <dgm:prSet/>
      <dgm:spPr/>
      <dgm:t>
        <a:bodyPr/>
        <a:lstStyle/>
        <a:p>
          <a:endParaRPr lang="en-US"/>
        </a:p>
      </dgm:t>
    </dgm:pt>
    <dgm:pt modelId="{87DFDC32-4B48-4038-9B80-FB980E7EADED}" type="sibTrans" cxnId="{578A09C1-108D-4FCB-8CBE-22F371FE1FAD}">
      <dgm:prSet/>
      <dgm:spPr/>
      <dgm:t>
        <a:bodyPr/>
        <a:lstStyle/>
        <a:p>
          <a:endParaRPr lang="en-US"/>
        </a:p>
      </dgm:t>
    </dgm:pt>
    <dgm:pt modelId="{790B97FE-9BA5-4EDE-9A6B-56719D85BE8D}">
      <dgm:prSet/>
      <dgm:spPr/>
      <dgm:t>
        <a:bodyPr/>
        <a:lstStyle/>
        <a:p>
          <a:r>
            <a:rPr lang="en-US"/>
            <a:t>Role-based access control</a:t>
          </a:r>
        </a:p>
      </dgm:t>
    </dgm:pt>
    <dgm:pt modelId="{6E91EF8F-8BAA-46C4-BA93-75C2C6F28C28}" type="parTrans" cxnId="{6EE43DF1-D492-4EE5-8FD6-71DB18ADBBF9}">
      <dgm:prSet/>
      <dgm:spPr/>
      <dgm:t>
        <a:bodyPr/>
        <a:lstStyle/>
        <a:p>
          <a:endParaRPr lang="en-US"/>
        </a:p>
      </dgm:t>
    </dgm:pt>
    <dgm:pt modelId="{1714BD1A-4B75-476F-A467-D9F9D25B8E5D}" type="sibTrans" cxnId="{6EE43DF1-D492-4EE5-8FD6-71DB18ADBBF9}">
      <dgm:prSet/>
      <dgm:spPr/>
      <dgm:t>
        <a:bodyPr/>
        <a:lstStyle/>
        <a:p>
          <a:endParaRPr lang="en-US"/>
        </a:p>
      </dgm:t>
    </dgm:pt>
    <dgm:pt modelId="{A424E254-4CBA-4787-867F-79BB4CA93899}" type="pres">
      <dgm:prSet presAssocID="{5B888E0E-9CF1-4AB8-B0A1-435E70441918}" presName="linear" presStyleCnt="0">
        <dgm:presLayoutVars>
          <dgm:animLvl val="lvl"/>
          <dgm:resizeHandles val="exact"/>
        </dgm:presLayoutVars>
      </dgm:prSet>
      <dgm:spPr/>
    </dgm:pt>
    <dgm:pt modelId="{7AF35EAB-F30B-483A-9103-1CEB75BD69DF}" type="pres">
      <dgm:prSet presAssocID="{7A2FE625-7FB6-4FEE-A919-C5EB4A451E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66A47A-AE7F-4C8E-B797-69DAE29FC557}" type="pres">
      <dgm:prSet presAssocID="{95C26AAC-E7F0-41F8-96B8-74C831B42804}" presName="spacer" presStyleCnt="0"/>
      <dgm:spPr/>
    </dgm:pt>
    <dgm:pt modelId="{9586A760-1CF5-4617-BC77-45A6869B52F4}" type="pres">
      <dgm:prSet presAssocID="{24393B1F-5E52-4CE4-8100-016663E46B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23A2385-DD35-4424-A88A-B5260DBB2E21}" type="pres">
      <dgm:prSet presAssocID="{46B78260-4847-48A7-A25E-A4A8561CE7E6}" presName="spacer" presStyleCnt="0"/>
      <dgm:spPr/>
    </dgm:pt>
    <dgm:pt modelId="{F7536757-9B70-4209-99E2-0147C63FCC05}" type="pres">
      <dgm:prSet presAssocID="{4C5007A6-E8D2-42F6-B8A1-D499AE1646D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1E728E-FEE6-48F0-91DD-039E8C24914B}" type="pres">
      <dgm:prSet presAssocID="{87DFDC32-4B48-4038-9B80-FB980E7EADED}" presName="spacer" presStyleCnt="0"/>
      <dgm:spPr/>
    </dgm:pt>
    <dgm:pt modelId="{81BBAF01-81D0-4FFD-B13D-C198C09D582A}" type="pres">
      <dgm:prSet presAssocID="{790B97FE-9BA5-4EDE-9A6B-56719D85BE8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335E229-A5DF-4C01-8033-D5BFDA7A78D7}" srcId="{5B888E0E-9CF1-4AB8-B0A1-435E70441918}" destId="{24393B1F-5E52-4CE4-8100-016663E46B92}" srcOrd="1" destOrd="0" parTransId="{E6304197-C87E-454F-B56A-37B701A4307A}" sibTransId="{46B78260-4847-48A7-A25E-A4A8561CE7E6}"/>
    <dgm:cxn modelId="{83969C32-DBA9-4BB2-A3BC-BC06B11BCF9E}" type="presOf" srcId="{24393B1F-5E52-4CE4-8100-016663E46B92}" destId="{9586A760-1CF5-4617-BC77-45A6869B52F4}" srcOrd="0" destOrd="0" presId="urn:microsoft.com/office/officeart/2005/8/layout/vList2"/>
    <dgm:cxn modelId="{578A09C1-108D-4FCB-8CBE-22F371FE1FAD}" srcId="{5B888E0E-9CF1-4AB8-B0A1-435E70441918}" destId="{4C5007A6-E8D2-42F6-B8A1-D499AE1646D9}" srcOrd="2" destOrd="0" parTransId="{1D6C68EF-B3D2-4AF0-B78F-99B6B0D946F2}" sibTransId="{87DFDC32-4B48-4038-9B80-FB980E7EADED}"/>
    <dgm:cxn modelId="{6DC853C2-ADF0-4604-951A-B936F7A5536A}" type="presOf" srcId="{790B97FE-9BA5-4EDE-9A6B-56719D85BE8D}" destId="{81BBAF01-81D0-4FFD-B13D-C198C09D582A}" srcOrd="0" destOrd="0" presId="urn:microsoft.com/office/officeart/2005/8/layout/vList2"/>
    <dgm:cxn modelId="{88E416C4-62CD-413A-8B81-BD21ECFC3807}" type="presOf" srcId="{5B888E0E-9CF1-4AB8-B0A1-435E70441918}" destId="{A424E254-4CBA-4787-867F-79BB4CA93899}" srcOrd="0" destOrd="0" presId="urn:microsoft.com/office/officeart/2005/8/layout/vList2"/>
    <dgm:cxn modelId="{122B1DD2-05C5-4A0B-B6D1-585A893EFFA3}" type="presOf" srcId="{7A2FE625-7FB6-4FEE-A919-C5EB4A451E02}" destId="{7AF35EAB-F30B-483A-9103-1CEB75BD69DF}" srcOrd="0" destOrd="0" presId="urn:microsoft.com/office/officeart/2005/8/layout/vList2"/>
    <dgm:cxn modelId="{AECBC4D9-1DC2-4E04-A832-B89559FBBCCA}" type="presOf" srcId="{4C5007A6-E8D2-42F6-B8A1-D499AE1646D9}" destId="{F7536757-9B70-4209-99E2-0147C63FCC05}" srcOrd="0" destOrd="0" presId="urn:microsoft.com/office/officeart/2005/8/layout/vList2"/>
    <dgm:cxn modelId="{AF5F83E7-57FF-4FD6-B754-95193CB89DFE}" srcId="{5B888E0E-9CF1-4AB8-B0A1-435E70441918}" destId="{7A2FE625-7FB6-4FEE-A919-C5EB4A451E02}" srcOrd="0" destOrd="0" parTransId="{F35D4994-A913-43AE-B4A7-C8097109D570}" sibTransId="{95C26AAC-E7F0-41F8-96B8-74C831B42804}"/>
    <dgm:cxn modelId="{6EE43DF1-D492-4EE5-8FD6-71DB18ADBBF9}" srcId="{5B888E0E-9CF1-4AB8-B0A1-435E70441918}" destId="{790B97FE-9BA5-4EDE-9A6B-56719D85BE8D}" srcOrd="3" destOrd="0" parTransId="{6E91EF8F-8BAA-46C4-BA93-75C2C6F28C28}" sibTransId="{1714BD1A-4B75-476F-A467-D9F9D25B8E5D}"/>
    <dgm:cxn modelId="{180528B0-52AE-4949-9F51-3B0A4BBD2627}" type="presParOf" srcId="{A424E254-4CBA-4787-867F-79BB4CA93899}" destId="{7AF35EAB-F30B-483A-9103-1CEB75BD69DF}" srcOrd="0" destOrd="0" presId="urn:microsoft.com/office/officeart/2005/8/layout/vList2"/>
    <dgm:cxn modelId="{5CEA2146-C2AB-406A-AAEB-FD0811D04583}" type="presParOf" srcId="{A424E254-4CBA-4787-867F-79BB4CA93899}" destId="{7F66A47A-AE7F-4C8E-B797-69DAE29FC557}" srcOrd="1" destOrd="0" presId="urn:microsoft.com/office/officeart/2005/8/layout/vList2"/>
    <dgm:cxn modelId="{7D34E240-ECE7-445A-AEDD-C91FFA549D94}" type="presParOf" srcId="{A424E254-4CBA-4787-867F-79BB4CA93899}" destId="{9586A760-1CF5-4617-BC77-45A6869B52F4}" srcOrd="2" destOrd="0" presId="urn:microsoft.com/office/officeart/2005/8/layout/vList2"/>
    <dgm:cxn modelId="{03D6E549-F465-4C51-BD27-DA296B7AEB03}" type="presParOf" srcId="{A424E254-4CBA-4787-867F-79BB4CA93899}" destId="{123A2385-DD35-4424-A88A-B5260DBB2E21}" srcOrd="3" destOrd="0" presId="urn:microsoft.com/office/officeart/2005/8/layout/vList2"/>
    <dgm:cxn modelId="{930C4E51-D2F5-4AD4-A14E-CD06DFEA1AF5}" type="presParOf" srcId="{A424E254-4CBA-4787-867F-79BB4CA93899}" destId="{F7536757-9B70-4209-99E2-0147C63FCC05}" srcOrd="4" destOrd="0" presId="urn:microsoft.com/office/officeart/2005/8/layout/vList2"/>
    <dgm:cxn modelId="{4DAEC893-90E8-4798-B1B9-F67F92DA9932}" type="presParOf" srcId="{A424E254-4CBA-4787-867F-79BB4CA93899}" destId="{0B1E728E-FEE6-48F0-91DD-039E8C24914B}" srcOrd="5" destOrd="0" presId="urn:microsoft.com/office/officeart/2005/8/layout/vList2"/>
    <dgm:cxn modelId="{D595652D-F076-48F6-BA7C-FB346CFF6CFF}" type="presParOf" srcId="{A424E254-4CBA-4787-867F-79BB4CA93899}" destId="{81BBAF01-81D0-4FFD-B13D-C198C09D58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240CDC-D42F-4001-A993-213D8C30C51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B179AC-8DAF-4748-BB5D-156F5FF4BB60}">
      <dgm:prSet/>
      <dgm:spPr/>
      <dgm:t>
        <a:bodyPr/>
        <a:lstStyle/>
        <a:p>
          <a:r>
            <a:rPr lang="en-US"/>
            <a:t>Create, update, delete student records</a:t>
          </a:r>
        </a:p>
      </dgm:t>
    </dgm:pt>
    <dgm:pt modelId="{14091CC2-4CC9-41CB-A581-58FB4651977D}" type="parTrans" cxnId="{1E83B2A6-0B64-411D-8FD5-AC1819972A21}">
      <dgm:prSet/>
      <dgm:spPr/>
      <dgm:t>
        <a:bodyPr/>
        <a:lstStyle/>
        <a:p>
          <a:endParaRPr lang="en-US"/>
        </a:p>
      </dgm:t>
    </dgm:pt>
    <dgm:pt modelId="{2D787C98-37E3-4A11-927D-A81DCD6C58E6}" type="sibTrans" cxnId="{1E83B2A6-0B64-411D-8FD5-AC1819972A21}">
      <dgm:prSet/>
      <dgm:spPr/>
      <dgm:t>
        <a:bodyPr/>
        <a:lstStyle/>
        <a:p>
          <a:endParaRPr lang="en-US"/>
        </a:p>
      </dgm:t>
    </dgm:pt>
    <dgm:pt modelId="{6C405F86-9B6E-493D-8ADC-6450EF115D69}">
      <dgm:prSet/>
      <dgm:spPr/>
      <dgm:t>
        <a:bodyPr/>
        <a:lstStyle/>
        <a:p>
          <a:r>
            <a:rPr lang="en-US"/>
            <a:t>Centralized database storage</a:t>
          </a:r>
        </a:p>
      </dgm:t>
    </dgm:pt>
    <dgm:pt modelId="{2BC31AD5-5EC1-4065-800C-E5DD24A40CB9}" type="parTrans" cxnId="{3DB2B63E-7BEC-4FC9-843A-491A24F07D88}">
      <dgm:prSet/>
      <dgm:spPr/>
      <dgm:t>
        <a:bodyPr/>
        <a:lstStyle/>
        <a:p>
          <a:endParaRPr lang="en-US"/>
        </a:p>
      </dgm:t>
    </dgm:pt>
    <dgm:pt modelId="{E6417EB2-0F16-4611-80FD-9C18DE95E459}" type="sibTrans" cxnId="{3DB2B63E-7BEC-4FC9-843A-491A24F07D88}">
      <dgm:prSet/>
      <dgm:spPr/>
      <dgm:t>
        <a:bodyPr/>
        <a:lstStyle/>
        <a:p>
          <a:endParaRPr lang="en-US"/>
        </a:p>
      </dgm:t>
    </dgm:pt>
    <dgm:pt modelId="{6F3F9FE7-ED27-48A5-82F3-1167147A6E00}" type="pres">
      <dgm:prSet presAssocID="{10240CDC-D42F-4001-A993-213D8C30C516}" presName="linear" presStyleCnt="0">
        <dgm:presLayoutVars>
          <dgm:animLvl val="lvl"/>
          <dgm:resizeHandles val="exact"/>
        </dgm:presLayoutVars>
      </dgm:prSet>
      <dgm:spPr/>
    </dgm:pt>
    <dgm:pt modelId="{04EBEA39-E8FD-4660-8A47-8C7632486AA4}" type="pres">
      <dgm:prSet presAssocID="{FFB179AC-8DAF-4748-BB5D-156F5FF4BB6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0FD1114-C9DB-45CB-A06A-912E36983BD5}" type="pres">
      <dgm:prSet presAssocID="{2D787C98-37E3-4A11-927D-A81DCD6C58E6}" presName="spacer" presStyleCnt="0"/>
      <dgm:spPr/>
    </dgm:pt>
    <dgm:pt modelId="{5EEC6B8D-FBF4-4D45-B94C-D866CE816151}" type="pres">
      <dgm:prSet presAssocID="{6C405F86-9B6E-493D-8ADC-6450EF115D6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434AE09-E6BA-4CB7-955E-9391FCE98E4B}" type="presOf" srcId="{10240CDC-D42F-4001-A993-213D8C30C516}" destId="{6F3F9FE7-ED27-48A5-82F3-1167147A6E00}" srcOrd="0" destOrd="0" presId="urn:microsoft.com/office/officeart/2005/8/layout/vList2"/>
    <dgm:cxn modelId="{3DB2B63E-7BEC-4FC9-843A-491A24F07D88}" srcId="{10240CDC-D42F-4001-A993-213D8C30C516}" destId="{6C405F86-9B6E-493D-8ADC-6450EF115D69}" srcOrd="1" destOrd="0" parTransId="{2BC31AD5-5EC1-4065-800C-E5DD24A40CB9}" sibTransId="{E6417EB2-0F16-4611-80FD-9C18DE95E459}"/>
    <dgm:cxn modelId="{6694F799-9634-4CC0-95DC-C4B51E4EE9EA}" type="presOf" srcId="{6C405F86-9B6E-493D-8ADC-6450EF115D69}" destId="{5EEC6B8D-FBF4-4D45-B94C-D866CE816151}" srcOrd="0" destOrd="0" presId="urn:microsoft.com/office/officeart/2005/8/layout/vList2"/>
    <dgm:cxn modelId="{1E83B2A6-0B64-411D-8FD5-AC1819972A21}" srcId="{10240CDC-D42F-4001-A993-213D8C30C516}" destId="{FFB179AC-8DAF-4748-BB5D-156F5FF4BB60}" srcOrd="0" destOrd="0" parTransId="{14091CC2-4CC9-41CB-A581-58FB4651977D}" sibTransId="{2D787C98-37E3-4A11-927D-A81DCD6C58E6}"/>
    <dgm:cxn modelId="{DA29BEFE-C2BB-4505-8574-B95C9C833CC4}" type="presOf" srcId="{FFB179AC-8DAF-4748-BB5D-156F5FF4BB60}" destId="{04EBEA39-E8FD-4660-8A47-8C7632486AA4}" srcOrd="0" destOrd="0" presId="urn:microsoft.com/office/officeart/2005/8/layout/vList2"/>
    <dgm:cxn modelId="{85718013-CA5C-4350-9869-85544DB50279}" type="presParOf" srcId="{6F3F9FE7-ED27-48A5-82F3-1167147A6E00}" destId="{04EBEA39-E8FD-4660-8A47-8C7632486AA4}" srcOrd="0" destOrd="0" presId="urn:microsoft.com/office/officeart/2005/8/layout/vList2"/>
    <dgm:cxn modelId="{9C850F0E-C30E-4F28-8E7A-9D45CCF70550}" type="presParOf" srcId="{6F3F9FE7-ED27-48A5-82F3-1167147A6E00}" destId="{80FD1114-C9DB-45CB-A06A-912E36983BD5}" srcOrd="1" destOrd="0" presId="urn:microsoft.com/office/officeart/2005/8/layout/vList2"/>
    <dgm:cxn modelId="{8F16873F-C8F1-4E6D-9262-20E5A3FFB101}" type="presParOf" srcId="{6F3F9FE7-ED27-48A5-82F3-1167147A6E00}" destId="{5EEC6B8D-FBF4-4D45-B94C-D866CE8161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6D9509D-7A0B-4B0B-B623-3BD54099C15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4EE33C-133A-42C3-BCC6-998CB354828F}">
      <dgm:prSet/>
      <dgm:spPr/>
      <dgm:t>
        <a:bodyPr/>
        <a:lstStyle/>
        <a:p>
          <a:r>
            <a:rPr lang="en-US"/>
            <a:t>Create/update courses</a:t>
          </a:r>
        </a:p>
      </dgm:t>
    </dgm:pt>
    <dgm:pt modelId="{61A508CB-8EA1-4BA8-BA02-DF978EA96FF8}" type="parTrans" cxnId="{37BC288D-6E6C-4D14-95D6-8378741D16F7}">
      <dgm:prSet/>
      <dgm:spPr/>
      <dgm:t>
        <a:bodyPr/>
        <a:lstStyle/>
        <a:p>
          <a:endParaRPr lang="en-US"/>
        </a:p>
      </dgm:t>
    </dgm:pt>
    <dgm:pt modelId="{AF599597-36BF-4F78-82A2-436A60BD3F12}" type="sibTrans" cxnId="{37BC288D-6E6C-4D14-95D6-8378741D16F7}">
      <dgm:prSet/>
      <dgm:spPr/>
      <dgm:t>
        <a:bodyPr/>
        <a:lstStyle/>
        <a:p>
          <a:endParaRPr lang="en-US"/>
        </a:p>
      </dgm:t>
    </dgm:pt>
    <dgm:pt modelId="{9F30AF41-BE66-4526-A3E6-5B63C10F53B8}">
      <dgm:prSet/>
      <dgm:spPr/>
      <dgm:t>
        <a:bodyPr/>
        <a:lstStyle/>
        <a:p>
          <a:r>
            <a:rPr lang="en-US"/>
            <a:t>Assign lecturers</a:t>
          </a:r>
        </a:p>
      </dgm:t>
    </dgm:pt>
    <dgm:pt modelId="{1DFFD8E6-9AC2-456C-AEA5-BE60B2B51E58}" type="parTrans" cxnId="{061FF05F-A746-4F2D-A9FC-7E25103A1E73}">
      <dgm:prSet/>
      <dgm:spPr/>
      <dgm:t>
        <a:bodyPr/>
        <a:lstStyle/>
        <a:p>
          <a:endParaRPr lang="en-US"/>
        </a:p>
      </dgm:t>
    </dgm:pt>
    <dgm:pt modelId="{F6E38AA7-903C-45A9-A047-5B377E2CEC3B}" type="sibTrans" cxnId="{061FF05F-A746-4F2D-A9FC-7E25103A1E73}">
      <dgm:prSet/>
      <dgm:spPr/>
      <dgm:t>
        <a:bodyPr/>
        <a:lstStyle/>
        <a:p>
          <a:endParaRPr lang="en-US"/>
        </a:p>
      </dgm:t>
    </dgm:pt>
    <dgm:pt modelId="{A00A9AB0-50CB-49FB-856E-80F70129BBF7}">
      <dgm:prSet/>
      <dgm:spPr/>
      <dgm:t>
        <a:bodyPr/>
        <a:lstStyle/>
        <a:p>
          <a:r>
            <a:rPr lang="en-US"/>
            <a:t>Student enrollment</a:t>
          </a:r>
        </a:p>
      </dgm:t>
    </dgm:pt>
    <dgm:pt modelId="{44565D51-10E9-49CF-8321-D2928DAFDFA9}" type="parTrans" cxnId="{2D593EF1-1EA6-4EC4-B714-16D83787FBB3}">
      <dgm:prSet/>
      <dgm:spPr/>
      <dgm:t>
        <a:bodyPr/>
        <a:lstStyle/>
        <a:p>
          <a:endParaRPr lang="en-US"/>
        </a:p>
      </dgm:t>
    </dgm:pt>
    <dgm:pt modelId="{E85CEB39-333F-4985-AC71-BEDF9698EC98}" type="sibTrans" cxnId="{2D593EF1-1EA6-4EC4-B714-16D83787FBB3}">
      <dgm:prSet/>
      <dgm:spPr/>
      <dgm:t>
        <a:bodyPr/>
        <a:lstStyle/>
        <a:p>
          <a:endParaRPr lang="en-US"/>
        </a:p>
      </dgm:t>
    </dgm:pt>
    <dgm:pt modelId="{E66D799F-F596-4473-ABEA-32E461A43570}" type="pres">
      <dgm:prSet presAssocID="{26D9509D-7A0B-4B0B-B623-3BD54099C158}" presName="linear" presStyleCnt="0">
        <dgm:presLayoutVars>
          <dgm:animLvl val="lvl"/>
          <dgm:resizeHandles val="exact"/>
        </dgm:presLayoutVars>
      </dgm:prSet>
      <dgm:spPr/>
    </dgm:pt>
    <dgm:pt modelId="{E0A2756F-FCD0-4DDF-A44D-BCC3CDCA3D40}" type="pres">
      <dgm:prSet presAssocID="{3A4EE33C-133A-42C3-BCC6-998CB354828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92A410-69CB-4B65-9FFE-D9B4C8B61189}" type="pres">
      <dgm:prSet presAssocID="{AF599597-36BF-4F78-82A2-436A60BD3F12}" presName="spacer" presStyleCnt="0"/>
      <dgm:spPr/>
    </dgm:pt>
    <dgm:pt modelId="{80F96FD0-4264-462F-B3D5-981837AAAF7F}" type="pres">
      <dgm:prSet presAssocID="{9F30AF41-BE66-4526-A3E6-5B63C10F53B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0C8FFC-4BA8-4B0C-9F63-122DBF0C843F}" type="pres">
      <dgm:prSet presAssocID="{F6E38AA7-903C-45A9-A047-5B377E2CEC3B}" presName="spacer" presStyleCnt="0"/>
      <dgm:spPr/>
    </dgm:pt>
    <dgm:pt modelId="{ABA734C5-67F1-4C38-A7A4-82AB7FD37F3C}" type="pres">
      <dgm:prSet presAssocID="{A00A9AB0-50CB-49FB-856E-80F70129BBF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61FF05F-A746-4F2D-A9FC-7E25103A1E73}" srcId="{26D9509D-7A0B-4B0B-B623-3BD54099C158}" destId="{9F30AF41-BE66-4526-A3E6-5B63C10F53B8}" srcOrd="1" destOrd="0" parTransId="{1DFFD8E6-9AC2-456C-AEA5-BE60B2B51E58}" sibTransId="{F6E38AA7-903C-45A9-A047-5B377E2CEC3B}"/>
    <dgm:cxn modelId="{37BC288D-6E6C-4D14-95D6-8378741D16F7}" srcId="{26D9509D-7A0B-4B0B-B623-3BD54099C158}" destId="{3A4EE33C-133A-42C3-BCC6-998CB354828F}" srcOrd="0" destOrd="0" parTransId="{61A508CB-8EA1-4BA8-BA02-DF978EA96FF8}" sibTransId="{AF599597-36BF-4F78-82A2-436A60BD3F12}"/>
    <dgm:cxn modelId="{FD29BBA2-509F-48EF-82CB-CB8875313214}" type="presOf" srcId="{3A4EE33C-133A-42C3-BCC6-998CB354828F}" destId="{E0A2756F-FCD0-4DDF-A44D-BCC3CDCA3D40}" srcOrd="0" destOrd="0" presId="urn:microsoft.com/office/officeart/2005/8/layout/vList2"/>
    <dgm:cxn modelId="{B472E2E4-B68D-4063-95CF-43D516F743D1}" type="presOf" srcId="{A00A9AB0-50CB-49FB-856E-80F70129BBF7}" destId="{ABA734C5-67F1-4C38-A7A4-82AB7FD37F3C}" srcOrd="0" destOrd="0" presId="urn:microsoft.com/office/officeart/2005/8/layout/vList2"/>
    <dgm:cxn modelId="{66BA11EB-4CFD-4457-AFDA-7CAC52D9CDD2}" type="presOf" srcId="{9F30AF41-BE66-4526-A3E6-5B63C10F53B8}" destId="{80F96FD0-4264-462F-B3D5-981837AAAF7F}" srcOrd="0" destOrd="0" presId="urn:microsoft.com/office/officeart/2005/8/layout/vList2"/>
    <dgm:cxn modelId="{2D593EF1-1EA6-4EC4-B714-16D83787FBB3}" srcId="{26D9509D-7A0B-4B0B-B623-3BD54099C158}" destId="{A00A9AB0-50CB-49FB-856E-80F70129BBF7}" srcOrd="2" destOrd="0" parTransId="{44565D51-10E9-49CF-8321-D2928DAFDFA9}" sibTransId="{E85CEB39-333F-4985-AC71-BEDF9698EC98}"/>
    <dgm:cxn modelId="{0C3669FC-BC1B-4272-AA03-448EDEC4DAF0}" type="presOf" srcId="{26D9509D-7A0B-4B0B-B623-3BD54099C158}" destId="{E66D799F-F596-4473-ABEA-32E461A43570}" srcOrd="0" destOrd="0" presId="urn:microsoft.com/office/officeart/2005/8/layout/vList2"/>
    <dgm:cxn modelId="{D7EC41CE-C99F-417B-B629-3E00C8232DE6}" type="presParOf" srcId="{E66D799F-F596-4473-ABEA-32E461A43570}" destId="{E0A2756F-FCD0-4DDF-A44D-BCC3CDCA3D40}" srcOrd="0" destOrd="0" presId="urn:microsoft.com/office/officeart/2005/8/layout/vList2"/>
    <dgm:cxn modelId="{60133057-9D83-4567-B80A-D57CB77538DF}" type="presParOf" srcId="{E66D799F-F596-4473-ABEA-32E461A43570}" destId="{9B92A410-69CB-4B65-9FFE-D9B4C8B61189}" srcOrd="1" destOrd="0" presId="urn:microsoft.com/office/officeart/2005/8/layout/vList2"/>
    <dgm:cxn modelId="{51154F8F-9142-4D49-A5B4-ED4B02311215}" type="presParOf" srcId="{E66D799F-F596-4473-ABEA-32E461A43570}" destId="{80F96FD0-4264-462F-B3D5-981837AAAF7F}" srcOrd="2" destOrd="0" presId="urn:microsoft.com/office/officeart/2005/8/layout/vList2"/>
    <dgm:cxn modelId="{D8839EC9-8D2A-43B6-B9E7-9E7B5555746B}" type="presParOf" srcId="{E66D799F-F596-4473-ABEA-32E461A43570}" destId="{930C8FFC-4BA8-4B0C-9F63-122DBF0C843F}" srcOrd="3" destOrd="0" presId="urn:microsoft.com/office/officeart/2005/8/layout/vList2"/>
    <dgm:cxn modelId="{CFF55FF0-E321-4F96-885D-D92D1BC31C8E}" type="presParOf" srcId="{E66D799F-F596-4473-ABEA-32E461A43570}" destId="{ABA734C5-67F1-4C38-A7A4-82AB7FD37F3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088289B-3D6F-4E85-9511-ACF08532F37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9ED95C-483B-4FCD-A17E-97C392B1B7F0}">
      <dgm:prSet/>
      <dgm:spPr/>
      <dgm:t>
        <a:bodyPr/>
        <a:lstStyle/>
        <a:p>
          <a:r>
            <a:rPr lang="en-US"/>
            <a:t>Submit/update grades</a:t>
          </a:r>
        </a:p>
      </dgm:t>
    </dgm:pt>
    <dgm:pt modelId="{932DA0B7-94B4-43E7-BB24-9A8EF2DC9ECD}" type="parTrans" cxnId="{654CAD55-CC02-44C7-8D4B-C9BD04D61E30}">
      <dgm:prSet/>
      <dgm:spPr/>
      <dgm:t>
        <a:bodyPr/>
        <a:lstStyle/>
        <a:p>
          <a:endParaRPr lang="en-US"/>
        </a:p>
      </dgm:t>
    </dgm:pt>
    <dgm:pt modelId="{492AE206-9CBA-494D-96AF-3C9CC9BF3EBB}" type="sibTrans" cxnId="{654CAD55-CC02-44C7-8D4B-C9BD04D61E30}">
      <dgm:prSet/>
      <dgm:spPr/>
      <dgm:t>
        <a:bodyPr/>
        <a:lstStyle/>
        <a:p>
          <a:endParaRPr lang="en-US"/>
        </a:p>
      </dgm:t>
    </dgm:pt>
    <dgm:pt modelId="{A976E6EA-34D0-4102-A658-97E2E3904B7D}">
      <dgm:prSet/>
      <dgm:spPr/>
      <dgm:t>
        <a:bodyPr/>
        <a:lstStyle/>
        <a:p>
          <a:r>
            <a:rPr lang="en-US"/>
            <a:t>Automatic GPA calculation</a:t>
          </a:r>
        </a:p>
      </dgm:t>
    </dgm:pt>
    <dgm:pt modelId="{07C53D45-80CD-4037-8A07-74775EE7A99C}" type="parTrans" cxnId="{1BAFB0E2-43DD-46CE-B0D3-577E6C14FD5B}">
      <dgm:prSet/>
      <dgm:spPr/>
      <dgm:t>
        <a:bodyPr/>
        <a:lstStyle/>
        <a:p>
          <a:endParaRPr lang="en-US"/>
        </a:p>
      </dgm:t>
    </dgm:pt>
    <dgm:pt modelId="{7D72980C-EF70-4741-A550-C49D525B8783}" type="sibTrans" cxnId="{1BAFB0E2-43DD-46CE-B0D3-577E6C14FD5B}">
      <dgm:prSet/>
      <dgm:spPr/>
      <dgm:t>
        <a:bodyPr/>
        <a:lstStyle/>
        <a:p>
          <a:endParaRPr lang="en-US"/>
        </a:p>
      </dgm:t>
    </dgm:pt>
    <dgm:pt modelId="{4A272593-C939-4F2B-9054-CEE8CBD3A1BF}">
      <dgm:prSet/>
      <dgm:spPr/>
      <dgm:t>
        <a:bodyPr/>
        <a:lstStyle/>
        <a:p>
          <a:r>
            <a:rPr lang="en-US"/>
            <a:t>Generate reports</a:t>
          </a:r>
        </a:p>
      </dgm:t>
    </dgm:pt>
    <dgm:pt modelId="{7709CD82-C9CF-420C-BF64-7450A2CCDB6C}" type="parTrans" cxnId="{528086E7-EBDA-4751-98C5-08ECE1A240AC}">
      <dgm:prSet/>
      <dgm:spPr/>
      <dgm:t>
        <a:bodyPr/>
        <a:lstStyle/>
        <a:p>
          <a:endParaRPr lang="en-US"/>
        </a:p>
      </dgm:t>
    </dgm:pt>
    <dgm:pt modelId="{33294C05-B2EA-4B67-B949-4033AC640628}" type="sibTrans" cxnId="{528086E7-EBDA-4751-98C5-08ECE1A240AC}">
      <dgm:prSet/>
      <dgm:spPr/>
      <dgm:t>
        <a:bodyPr/>
        <a:lstStyle/>
        <a:p>
          <a:endParaRPr lang="en-US"/>
        </a:p>
      </dgm:t>
    </dgm:pt>
    <dgm:pt modelId="{68DC8AEC-6321-4F43-94CD-A75E00BE5D7A}" type="pres">
      <dgm:prSet presAssocID="{C088289B-3D6F-4E85-9511-ACF08532F375}" presName="linear" presStyleCnt="0">
        <dgm:presLayoutVars>
          <dgm:animLvl val="lvl"/>
          <dgm:resizeHandles val="exact"/>
        </dgm:presLayoutVars>
      </dgm:prSet>
      <dgm:spPr/>
    </dgm:pt>
    <dgm:pt modelId="{9B6F059E-E081-4817-8F09-304B4005EA3B}" type="pres">
      <dgm:prSet presAssocID="{9C9ED95C-483B-4FCD-A17E-97C392B1B7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2004BB6-029C-469B-8427-AEC7AAB193B6}" type="pres">
      <dgm:prSet presAssocID="{492AE206-9CBA-494D-96AF-3C9CC9BF3EBB}" presName="spacer" presStyleCnt="0"/>
      <dgm:spPr/>
    </dgm:pt>
    <dgm:pt modelId="{F4ADB2F9-37C3-43EE-BCF0-913E593913AD}" type="pres">
      <dgm:prSet presAssocID="{A976E6EA-34D0-4102-A658-97E2E3904B7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ACBE168-B377-40CE-A018-85892D0ACC22}" type="pres">
      <dgm:prSet presAssocID="{7D72980C-EF70-4741-A550-C49D525B8783}" presName="spacer" presStyleCnt="0"/>
      <dgm:spPr/>
    </dgm:pt>
    <dgm:pt modelId="{4F25C1E5-256E-4E52-B9AB-9033D948FF1F}" type="pres">
      <dgm:prSet presAssocID="{4A272593-C939-4F2B-9054-CEE8CBD3A1B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BAA8F18-28F5-4702-96D0-DDFAEE16D23A}" type="presOf" srcId="{A976E6EA-34D0-4102-A658-97E2E3904B7D}" destId="{F4ADB2F9-37C3-43EE-BCF0-913E593913AD}" srcOrd="0" destOrd="0" presId="urn:microsoft.com/office/officeart/2005/8/layout/vList2"/>
    <dgm:cxn modelId="{B408D332-A985-4444-ACFA-18CC2806FE13}" type="presOf" srcId="{9C9ED95C-483B-4FCD-A17E-97C392B1B7F0}" destId="{9B6F059E-E081-4817-8F09-304B4005EA3B}" srcOrd="0" destOrd="0" presId="urn:microsoft.com/office/officeart/2005/8/layout/vList2"/>
    <dgm:cxn modelId="{654CAD55-CC02-44C7-8D4B-C9BD04D61E30}" srcId="{C088289B-3D6F-4E85-9511-ACF08532F375}" destId="{9C9ED95C-483B-4FCD-A17E-97C392B1B7F0}" srcOrd="0" destOrd="0" parTransId="{932DA0B7-94B4-43E7-BB24-9A8EF2DC9ECD}" sibTransId="{492AE206-9CBA-494D-96AF-3C9CC9BF3EBB}"/>
    <dgm:cxn modelId="{987F7092-C8C7-418D-9CA3-273AC2407BF3}" type="presOf" srcId="{C088289B-3D6F-4E85-9511-ACF08532F375}" destId="{68DC8AEC-6321-4F43-94CD-A75E00BE5D7A}" srcOrd="0" destOrd="0" presId="urn:microsoft.com/office/officeart/2005/8/layout/vList2"/>
    <dgm:cxn modelId="{E9B9CDA3-9116-4617-9792-5B08EFC2E0DA}" type="presOf" srcId="{4A272593-C939-4F2B-9054-CEE8CBD3A1BF}" destId="{4F25C1E5-256E-4E52-B9AB-9033D948FF1F}" srcOrd="0" destOrd="0" presId="urn:microsoft.com/office/officeart/2005/8/layout/vList2"/>
    <dgm:cxn modelId="{1BAFB0E2-43DD-46CE-B0D3-577E6C14FD5B}" srcId="{C088289B-3D6F-4E85-9511-ACF08532F375}" destId="{A976E6EA-34D0-4102-A658-97E2E3904B7D}" srcOrd="1" destOrd="0" parTransId="{07C53D45-80CD-4037-8A07-74775EE7A99C}" sibTransId="{7D72980C-EF70-4741-A550-C49D525B8783}"/>
    <dgm:cxn modelId="{528086E7-EBDA-4751-98C5-08ECE1A240AC}" srcId="{C088289B-3D6F-4E85-9511-ACF08532F375}" destId="{4A272593-C939-4F2B-9054-CEE8CBD3A1BF}" srcOrd="2" destOrd="0" parTransId="{7709CD82-C9CF-420C-BF64-7450A2CCDB6C}" sibTransId="{33294C05-B2EA-4B67-B949-4033AC640628}"/>
    <dgm:cxn modelId="{C5FB56E7-5865-4152-A044-55CCE9769092}" type="presParOf" srcId="{68DC8AEC-6321-4F43-94CD-A75E00BE5D7A}" destId="{9B6F059E-E081-4817-8F09-304B4005EA3B}" srcOrd="0" destOrd="0" presId="urn:microsoft.com/office/officeart/2005/8/layout/vList2"/>
    <dgm:cxn modelId="{6AA4E6F6-19D4-4915-A828-C4732121CDC8}" type="presParOf" srcId="{68DC8AEC-6321-4F43-94CD-A75E00BE5D7A}" destId="{F2004BB6-029C-469B-8427-AEC7AAB193B6}" srcOrd="1" destOrd="0" presId="urn:microsoft.com/office/officeart/2005/8/layout/vList2"/>
    <dgm:cxn modelId="{E7FA4D90-2494-47D5-B4BF-C603C35A539A}" type="presParOf" srcId="{68DC8AEC-6321-4F43-94CD-A75E00BE5D7A}" destId="{F4ADB2F9-37C3-43EE-BCF0-913E593913AD}" srcOrd="2" destOrd="0" presId="urn:microsoft.com/office/officeart/2005/8/layout/vList2"/>
    <dgm:cxn modelId="{3E8B9956-A1FA-4BC0-B7FC-11D65BF2E104}" type="presParOf" srcId="{68DC8AEC-6321-4F43-94CD-A75E00BE5D7A}" destId="{9ACBE168-B377-40CE-A018-85892D0ACC22}" srcOrd="3" destOrd="0" presId="urn:microsoft.com/office/officeart/2005/8/layout/vList2"/>
    <dgm:cxn modelId="{B06B28B1-D9E1-4EE8-85B6-09C29F455ECB}" type="presParOf" srcId="{68DC8AEC-6321-4F43-94CD-A75E00BE5D7A}" destId="{4F25C1E5-256E-4E52-B9AB-9033D948FF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02AEF9E-72E3-4B1D-BF5D-0EC30D41202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5ED083D-F7D6-44EC-854E-7B0A0364B7BF}">
      <dgm:prSet/>
      <dgm:spPr/>
      <dgm:t>
        <a:bodyPr/>
        <a:lstStyle/>
        <a:p>
          <a:r>
            <a:rPr lang="en-US"/>
            <a:t>Generate PDF reports</a:t>
          </a:r>
        </a:p>
      </dgm:t>
    </dgm:pt>
    <dgm:pt modelId="{9D483572-0797-422F-A608-87DBE0539A07}" type="parTrans" cxnId="{067C2FFE-921C-42C6-A1CA-26DA85E2D071}">
      <dgm:prSet/>
      <dgm:spPr/>
      <dgm:t>
        <a:bodyPr/>
        <a:lstStyle/>
        <a:p>
          <a:endParaRPr lang="en-US"/>
        </a:p>
      </dgm:t>
    </dgm:pt>
    <dgm:pt modelId="{9A76C753-35A9-45E3-BFF3-8E40B4EB1FF7}" type="sibTrans" cxnId="{067C2FFE-921C-42C6-A1CA-26DA85E2D071}">
      <dgm:prSet/>
      <dgm:spPr/>
      <dgm:t>
        <a:bodyPr/>
        <a:lstStyle/>
        <a:p>
          <a:endParaRPr lang="en-US"/>
        </a:p>
      </dgm:t>
    </dgm:pt>
    <dgm:pt modelId="{146771F1-2341-405B-8145-D18DA2243220}">
      <dgm:prSet/>
      <dgm:spPr/>
      <dgm:t>
        <a:bodyPr/>
        <a:lstStyle/>
        <a:p>
          <a:r>
            <a:rPr lang="en-US"/>
            <a:t>Email notifications</a:t>
          </a:r>
        </a:p>
      </dgm:t>
    </dgm:pt>
    <dgm:pt modelId="{C26D595A-589C-4641-B8A5-1D9F9C048C9A}" type="parTrans" cxnId="{4C5C8660-7D63-4694-B96A-F0C7043D9CFE}">
      <dgm:prSet/>
      <dgm:spPr/>
      <dgm:t>
        <a:bodyPr/>
        <a:lstStyle/>
        <a:p>
          <a:endParaRPr lang="en-US"/>
        </a:p>
      </dgm:t>
    </dgm:pt>
    <dgm:pt modelId="{235E71E3-B6CA-44CE-95CE-A6EA3612F86F}" type="sibTrans" cxnId="{4C5C8660-7D63-4694-B96A-F0C7043D9CFE}">
      <dgm:prSet/>
      <dgm:spPr/>
      <dgm:t>
        <a:bodyPr/>
        <a:lstStyle/>
        <a:p>
          <a:endParaRPr lang="en-US"/>
        </a:p>
      </dgm:t>
    </dgm:pt>
    <dgm:pt modelId="{121F2EC8-54EB-4703-8469-D5CB1A675C3A}">
      <dgm:prSet/>
      <dgm:spPr/>
      <dgm:t>
        <a:bodyPr/>
        <a:lstStyle/>
        <a:p>
          <a:r>
            <a:rPr lang="en-US"/>
            <a:t>Activity logging</a:t>
          </a:r>
        </a:p>
      </dgm:t>
    </dgm:pt>
    <dgm:pt modelId="{90071F84-F89D-44E7-A675-50828D2323FE}" type="parTrans" cxnId="{142CB4F9-3BB4-48D4-A574-ACE960D06CF7}">
      <dgm:prSet/>
      <dgm:spPr/>
      <dgm:t>
        <a:bodyPr/>
        <a:lstStyle/>
        <a:p>
          <a:endParaRPr lang="en-US"/>
        </a:p>
      </dgm:t>
    </dgm:pt>
    <dgm:pt modelId="{EA0434F3-072E-4538-9E34-CE559A35CEEB}" type="sibTrans" cxnId="{142CB4F9-3BB4-48D4-A574-ACE960D06CF7}">
      <dgm:prSet/>
      <dgm:spPr/>
      <dgm:t>
        <a:bodyPr/>
        <a:lstStyle/>
        <a:p>
          <a:endParaRPr lang="en-US"/>
        </a:p>
      </dgm:t>
    </dgm:pt>
    <dgm:pt modelId="{1DDD7824-C10C-4C56-956D-3EE19BF378C8}" type="pres">
      <dgm:prSet presAssocID="{D02AEF9E-72E3-4B1D-BF5D-0EC30D412022}" presName="linear" presStyleCnt="0">
        <dgm:presLayoutVars>
          <dgm:animLvl val="lvl"/>
          <dgm:resizeHandles val="exact"/>
        </dgm:presLayoutVars>
      </dgm:prSet>
      <dgm:spPr/>
    </dgm:pt>
    <dgm:pt modelId="{55042399-CDCA-4EE5-8962-EDC94E2FAEFE}" type="pres">
      <dgm:prSet presAssocID="{F5ED083D-F7D6-44EC-854E-7B0A0364B7B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2B7095-4BA3-4C49-BA70-17FDDF4F49A3}" type="pres">
      <dgm:prSet presAssocID="{9A76C753-35A9-45E3-BFF3-8E40B4EB1FF7}" presName="spacer" presStyleCnt="0"/>
      <dgm:spPr/>
    </dgm:pt>
    <dgm:pt modelId="{15AF1E3D-A8BE-403D-8A86-A05EF21219E4}" type="pres">
      <dgm:prSet presAssocID="{146771F1-2341-405B-8145-D18DA22432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FD98781-3C57-484B-A18F-DB920A6B5828}" type="pres">
      <dgm:prSet presAssocID="{235E71E3-B6CA-44CE-95CE-A6EA3612F86F}" presName="spacer" presStyleCnt="0"/>
      <dgm:spPr/>
    </dgm:pt>
    <dgm:pt modelId="{489F199B-EF85-42E8-B46D-78ED8BC7CC5F}" type="pres">
      <dgm:prSet presAssocID="{121F2EC8-54EB-4703-8469-D5CB1A675C3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C5C8660-7D63-4694-B96A-F0C7043D9CFE}" srcId="{D02AEF9E-72E3-4B1D-BF5D-0EC30D412022}" destId="{146771F1-2341-405B-8145-D18DA2243220}" srcOrd="1" destOrd="0" parTransId="{C26D595A-589C-4641-B8A5-1D9F9C048C9A}" sibTransId="{235E71E3-B6CA-44CE-95CE-A6EA3612F86F}"/>
    <dgm:cxn modelId="{8C3E2C70-A89B-4FD3-980C-059482C628F1}" type="presOf" srcId="{F5ED083D-F7D6-44EC-854E-7B0A0364B7BF}" destId="{55042399-CDCA-4EE5-8962-EDC94E2FAEFE}" srcOrd="0" destOrd="0" presId="urn:microsoft.com/office/officeart/2005/8/layout/vList2"/>
    <dgm:cxn modelId="{29837F51-4F71-4C93-8CA9-6EF034AD6C16}" type="presOf" srcId="{D02AEF9E-72E3-4B1D-BF5D-0EC30D412022}" destId="{1DDD7824-C10C-4C56-956D-3EE19BF378C8}" srcOrd="0" destOrd="0" presId="urn:microsoft.com/office/officeart/2005/8/layout/vList2"/>
    <dgm:cxn modelId="{39A1B28B-E58A-4C7B-AAF5-0A9895ECF46B}" type="presOf" srcId="{121F2EC8-54EB-4703-8469-D5CB1A675C3A}" destId="{489F199B-EF85-42E8-B46D-78ED8BC7CC5F}" srcOrd="0" destOrd="0" presId="urn:microsoft.com/office/officeart/2005/8/layout/vList2"/>
    <dgm:cxn modelId="{D6C310F2-C9AF-4A9B-8FBD-B650CA34C043}" type="presOf" srcId="{146771F1-2341-405B-8145-D18DA2243220}" destId="{15AF1E3D-A8BE-403D-8A86-A05EF21219E4}" srcOrd="0" destOrd="0" presId="urn:microsoft.com/office/officeart/2005/8/layout/vList2"/>
    <dgm:cxn modelId="{142CB4F9-3BB4-48D4-A574-ACE960D06CF7}" srcId="{D02AEF9E-72E3-4B1D-BF5D-0EC30D412022}" destId="{121F2EC8-54EB-4703-8469-D5CB1A675C3A}" srcOrd="2" destOrd="0" parTransId="{90071F84-F89D-44E7-A675-50828D2323FE}" sibTransId="{EA0434F3-072E-4538-9E34-CE559A35CEEB}"/>
    <dgm:cxn modelId="{067C2FFE-921C-42C6-A1CA-26DA85E2D071}" srcId="{D02AEF9E-72E3-4B1D-BF5D-0EC30D412022}" destId="{F5ED083D-F7D6-44EC-854E-7B0A0364B7BF}" srcOrd="0" destOrd="0" parTransId="{9D483572-0797-422F-A608-87DBE0539A07}" sibTransId="{9A76C753-35A9-45E3-BFF3-8E40B4EB1FF7}"/>
    <dgm:cxn modelId="{102EE93E-C84B-41F9-B0C5-5217B00A375F}" type="presParOf" srcId="{1DDD7824-C10C-4C56-956D-3EE19BF378C8}" destId="{55042399-CDCA-4EE5-8962-EDC94E2FAEFE}" srcOrd="0" destOrd="0" presId="urn:microsoft.com/office/officeart/2005/8/layout/vList2"/>
    <dgm:cxn modelId="{ECCA90F4-4289-4944-BE11-804F6BF85E8A}" type="presParOf" srcId="{1DDD7824-C10C-4C56-956D-3EE19BF378C8}" destId="{062B7095-4BA3-4C49-BA70-17FDDF4F49A3}" srcOrd="1" destOrd="0" presId="urn:microsoft.com/office/officeart/2005/8/layout/vList2"/>
    <dgm:cxn modelId="{F291B367-8368-4748-A09F-11ADB5FE2FB1}" type="presParOf" srcId="{1DDD7824-C10C-4C56-956D-3EE19BF378C8}" destId="{15AF1E3D-A8BE-403D-8A86-A05EF21219E4}" srcOrd="2" destOrd="0" presId="urn:microsoft.com/office/officeart/2005/8/layout/vList2"/>
    <dgm:cxn modelId="{3D4063FA-BCFC-4B1D-B159-DE62FD97FCD7}" type="presParOf" srcId="{1DDD7824-C10C-4C56-956D-3EE19BF378C8}" destId="{8FD98781-3C57-484B-A18F-DB920A6B5828}" srcOrd="3" destOrd="0" presId="urn:microsoft.com/office/officeart/2005/8/layout/vList2"/>
    <dgm:cxn modelId="{031C23A1-491B-40D4-84A2-072357E8B673}" type="presParOf" srcId="{1DDD7824-C10C-4C56-956D-3EE19BF378C8}" destId="{489F199B-EF85-42E8-B46D-78ED8BC7CC5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6237348-E845-4CE9-8F1F-9C878E3E8F3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9B389E-F741-4F66-B07B-D08C7CFA332A}">
      <dgm:prSet/>
      <dgm:spPr/>
      <dgm:t>
        <a:bodyPr/>
        <a:lstStyle/>
        <a:p>
          <a:r>
            <a:rPr lang="en-US"/>
            <a:t>Response time &lt; 2 seconds</a:t>
          </a:r>
        </a:p>
      </dgm:t>
    </dgm:pt>
    <dgm:pt modelId="{B59C12F6-2657-4F8C-9B42-C111BBBC515C}" type="parTrans" cxnId="{2EC9EC32-C1B3-4FAD-BB0B-7D255ED18AF4}">
      <dgm:prSet/>
      <dgm:spPr/>
      <dgm:t>
        <a:bodyPr/>
        <a:lstStyle/>
        <a:p>
          <a:endParaRPr lang="en-US"/>
        </a:p>
      </dgm:t>
    </dgm:pt>
    <dgm:pt modelId="{550EAFA6-8164-4EBF-963B-477E83DD7A4B}" type="sibTrans" cxnId="{2EC9EC32-C1B3-4FAD-BB0B-7D255ED18AF4}">
      <dgm:prSet/>
      <dgm:spPr/>
      <dgm:t>
        <a:bodyPr/>
        <a:lstStyle/>
        <a:p>
          <a:endParaRPr lang="en-US"/>
        </a:p>
      </dgm:t>
    </dgm:pt>
    <dgm:pt modelId="{1312DB72-ED3A-49AA-B260-513AECA24620}">
      <dgm:prSet/>
      <dgm:spPr/>
      <dgm:t>
        <a:bodyPr/>
        <a:lstStyle/>
        <a:p>
          <a:r>
            <a:rPr lang="en-US"/>
            <a:t>Supports 500+ concurrent users</a:t>
          </a:r>
        </a:p>
      </dgm:t>
    </dgm:pt>
    <dgm:pt modelId="{1B2E41AD-2824-4FA5-9B04-ECDED0877D97}" type="parTrans" cxnId="{402EE0DE-D03D-4D54-BCC1-A7578A4CB431}">
      <dgm:prSet/>
      <dgm:spPr/>
      <dgm:t>
        <a:bodyPr/>
        <a:lstStyle/>
        <a:p>
          <a:endParaRPr lang="en-US"/>
        </a:p>
      </dgm:t>
    </dgm:pt>
    <dgm:pt modelId="{937B7B92-0313-45CD-A81B-301396D2F0DF}" type="sibTrans" cxnId="{402EE0DE-D03D-4D54-BCC1-A7578A4CB431}">
      <dgm:prSet/>
      <dgm:spPr/>
      <dgm:t>
        <a:bodyPr/>
        <a:lstStyle/>
        <a:p>
          <a:endParaRPr lang="en-US"/>
        </a:p>
      </dgm:t>
    </dgm:pt>
    <dgm:pt modelId="{81ED9C91-3B6C-436E-8A1F-D53B343DFA72}" type="pres">
      <dgm:prSet presAssocID="{C6237348-E845-4CE9-8F1F-9C878E3E8F3B}" presName="linear" presStyleCnt="0">
        <dgm:presLayoutVars>
          <dgm:animLvl val="lvl"/>
          <dgm:resizeHandles val="exact"/>
        </dgm:presLayoutVars>
      </dgm:prSet>
      <dgm:spPr/>
    </dgm:pt>
    <dgm:pt modelId="{312DDC37-B92B-4230-8DA3-A1A06445146E}" type="pres">
      <dgm:prSet presAssocID="{699B389E-F741-4F66-B07B-D08C7CFA332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C99488E-DD93-4FBC-A0D9-1C6A0CBFB34C}" type="pres">
      <dgm:prSet presAssocID="{550EAFA6-8164-4EBF-963B-477E83DD7A4B}" presName="spacer" presStyleCnt="0"/>
      <dgm:spPr/>
    </dgm:pt>
    <dgm:pt modelId="{2469E62A-B0FD-4C5D-8A70-138B0C1D5141}" type="pres">
      <dgm:prSet presAssocID="{1312DB72-ED3A-49AA-B260-513AECA2462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EC9EC32-C1B3-4FAD-BB0B-7D255ED18AF4}" srcId="{C6237348-E845-4CE9-8F1F-9C878E3E8F3B}" destId="{699B389E-F741-4F66-B07B-D08C7CFA332A}" srcOrd="0" destOrd="0" parTransId="{B59C12F6-2657-4F8C-9B42-C111BBBC515C}" sibTransId="{550EAFA6-8164-4EBF-963B-477E83DD7A4B}"/>
    <dgm:cxn modelId="{4CE85BB4-0C47-45E3-B4E6-617ABF3DCEA4}" type="presOf" srcId="{C6237348-E845-4CE9-8F1F-9C878E3E8F3B}" destId="{81ED9C91-3B6C-436E-8A1F-D53B343DFA72}" srcOrd="0" destOrd="0" presId="urn:microsoft.com/office/officeart/2005/8/layout/vList2"/>
    <dgm:cxn modelId="{543FB8D4-3698-4847-8032-9EFFFA5C6828}" type="presOf" srcId="{699B389E-F741-4F66-B07B-D08C7CFA332A}" destId="{312DDC37-B92B-4230-8DA3-A1A06445146E}" srcOrd="0" destOrd="0" presId="urn:microsoft.com/office/officeart/2005/8/layout/vList2"/>
    <dgm:cxn modelId="{402EE0DE-D03D-4D54-BCC1-A7578A4CB431}" srcId="{C6237348-E845-4CE9-8F1F-9C878E3E8F3B}" destId="{1312DB72-ED3A-49AA-B260-513AECA24620}" srcOrd="1" destOrd="0" parTransId="{1B2E41AD-2824-4FA5-9B04-ECDED0877D97}" sibTransId="{937B7B92-0313-45CD-A81B-301396D2F0DF}"/>
    <dgm:cxn modelId="{59D4F4EA-6045-43BF-ADDD-860F5FEB25DC}" type="presOf" srcId="{1312DB72-ED3A-49AA-B260-513AECA24620}" destId="{2469E62A-B0FD-4C5D-8A70-138B0C1D5141}" srcOrd="0" destOrd="0" presId="urn:microsoft.com/office/officeart/2005/8/layout/vList2"/>
    <dgm:cxn modelId="{58AEE75D-18D6-4FB1-907C-1D8063FD889B}" type="presParOf" srcId="{81ED9C91-3B6C-436E-8A1F-D53B343DFA72}" destId="{312DDC37-B92B-4230-8DA3-A1A06445146E}" srcOrd="0" destOrd="0" presId="urn:microsoft.com/office/officeart/2005/8/layout/vList2"/>
    <dgm:cxn modelId="{764C3816-25EE-4A30-907D-B50FA205D0DA}" type="presParOf" srcId="{81ED9C91-3B6C-436E-8A1F-D53B343DFA72}" destId="{CC99488E-DD93-4FBC-A0D9-1C6A0CBFB34C}" srcOrd="1" destOrd="0" presId="urn:microsoft.com/office/officeart/2005/8/layout/vList2"/>
    <dgm:cxn modelId="{4B87ED26-9C45-41F0-B21E-EAE1585EDB49}" type="presParOf" srcId="{81ED9C91-3B6C-436E-8A1F-D53B343DFA72}" destId="{2469E62A-B0FD-4C5D-8A70-138B0C1D514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4673B65-1D37-4BCD-8AA2-397B037DE57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7DF6057-890B-48C7-B29B-7727C42A7045}">
      <dgm:prSet/>
      <dgm:spPr/>
      <dgm:t>
        <a:bodyPr/>
        <a:lstStyle/>
        <a:p>
          <a:r>
            <a:rPr lang="en-US"/>
            <a:t>Data encryption</a:t>
          </a:r>
        </a:p>
      </dgm:t>
    </dgm:pt>
    <dgm:pt modelId="{36BCDE19-7ECA-4120-BC1D-0C9263A7DA63}" type="parTrans" cxnId="{66352CF4-9752-47DE-8D24-F9F6A07972FD}">
      <dgm:prSet/>
      <dgm:spPr/>
      <dgm:t>
        <a:bodyPr/>
        <a:lstStyle/>
        <a:p>
          <a:endParaRPr lang="en-US"/>
        </a:p>
      </dgm:t>
    </dgm:pt>
    <dgm:pt modelId="{765C29B8-7AD1-4EF0-8DF3-96085D40E7A9}" type="sibTrans" cxnId="{66352CF4-9752-47DE-8D24-F9F6A07972FD}">
      <dgm:prSet/>
      <dgm:spPr/>
      <dgm:t>
        <a:bodyPr/>
        <a:lstStyle/>
        <a:p>
          <a:endParaRPr lang="en-US"/>
        </a:p>
      </dgm:t>
    </dgm:pt>
    <dgm:pt modelId="{1799D72D-D8DD-4D08-A831-60D891B75212}">
      <dgm:prSet/>
      <dgm:spPr/>
      <dgm:t>
        <a:bodyPr/>
        <a:lstStyle/>
        <a:p>
          <a:r>
            <a:rPr lang="en-US"/>
            <a:t>Access control</a:t>
          </a:r>
        </a:p>
      </dgm:t>
    </dgm:pt>
    <dgm:pt modelId="{A39DED90-1DC2-4FDB-92D6-213902A71DED}" type="parTrans" cxnId="{5F330E2F-48D9-47A3-809F-CAF06E87971C}">
      <dgm:prSet/>
      <dgm:spPr/>
      <dgm:t>
        <a:bodyPr/>
        <a:lstStyle/>
        <a:p>
          <a:endParaRPr lang="en-US"/>
        </a:p>
      </dgm:t>
    </dgm:pt>
    <dgm:pt modelId="{5E7237A3-A8B8-4A5D-9959-3E55A1686BE9}" type="sibTrans" cxnId="{5F330E2F-48D9-47A3-809F-CAF06E87971C}">
      <dgm:prSet/>
      <dgm:spPr/>
      <dgm:t>
        <a:bodyPr/>
        <a:lstStyle/>
        <a:p>
          <a:endParaRPr lang="en-US"/>
        </a:p>
      </dgm:t>
    </dgm:pt>
    <dgm:pt modelId="{91E52770-EAEC-48F4-B835-4A0C9BE95EB0}">
      <dgm:prSet/>
      <dgm:spPr/>
      <dgm:t>
        <a:bodyPr/>
        <a:lstStyle/>
        <a:p>
          <a:r>
            <a:rPr lang="en-US"/>
            <a:t>Activity logging</a:t>
          </a:r>
        </a:p>
      </dgm:t>
    </dgm:pt>
    <dgm:pt modelId="{56E66F2F-B496-4E7B-990F-D7FD38F8E075}" type="parTrans" cxnId="{7B6D0501-A544-4EFF-90CB-0413597FC22C}">
      <dgm:prSet/>
      <dgm:spPr/>
      <dgm:t>
        <a:bodyPr/>
        <a:lstStyle/>
        <a:p>
          <a:endParaRPr lang="en-US"/>
        </a:p>
      </dgm:t>
    </dgm:pt>
    <dgm:pt modelId="{D5C2630F-858F-413C-B689-8B4438D9CA20}" type="sibTrans" cxnId="{7B6D0501-A544-4EFF-90CB-0413597FC22C}">
      <dgm:prSet/>
      <dgm:spPr/>
      <dgm:t>
        <a:bodyPr/>
        <a:lstStyle/>
        <a:p>
          <a:endParaRPr lang="en-US"/>
        </a:p>
      </dgm:t>
    </dgm:pt>
    <dgm:pt modelId="{9F6EA224-28AD-4668-A889-90A0AABBFD57}" type="pres">
      <dgm:prSet presAssocID="{C4673B65-1D37-4BCD-8AA2-397B037DE576}" presName="linear" presStyleCnt="0">
        <dgm:presLayoutVars>
          <dgm:animLvl val="lvl"/>
          <dgm:resizeHandles val="exact"/>
        </dgm:presLayoutVars>
      </dgm:prSet>
      <dgm:spPr/>
    </dgm:pt>
    <dgm:pt modelId="{4D657993-62EF-4FBE-825F-19D066392C8C}" type="pres">
      <dgm:prSet presAssocID="{A7DF6057-890B-48C7-B29B-7727C42A704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500046-6D6A-4218-A442-7558ACB95F6B}" type="pres">
      <dgm:prSet presAssocID="{765C29B8-7AD1-4EF0-8DF3-96085D40E7A9}" presName="spacer" presStyleCnt="0"/>
      <dgm:spPr/>
    </dgm:pt>
    <dgm:pt modelId="{F20D9243-7E9D-44B8-A6D3-C116C4839BB3}" type="pres">
      <dgm:prSet presAssocID="{1799D72D-D8DD-4D08-A831-60D891B752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9950F9F-9CDA-4953-9283-8D75EBA58737}" type="pres">
      <dgm:prSet presAssocID="{5E7237A3-A8B8-4A5D-9959-3E55A1686BE9}" presName="spacer" presStyleCnt="0"/>
      <dgm:spPr/>
    </dgm:pt>
    <dgm:pt modelId="{77D54FE5-8EE7-447A-8925-6BF1B527C468}" type="pres">
      <dgm:prSet presAssocID="{91E52770-EAEC-48F4-B835-4A0C9BE95EB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B6D0501-A544-4EFF-90CB-0413597FC22C}" srcId="{C4673B65-1D37-4BCD-8AA2-397B037DE576}" destId="{91E52770-EAEC-48F4-B835-4A0C9BE95EB0}" srcOrd="2" destOrd="0" parTransId="{56E66F2F-B496-4E7B-990F-D7FD38F8E075}" sibTransId="{D5C2630F-858F-413C-B689-8B4438D9CA20}"/>
    <dgm:cxn modelId="{5F330E2F-48D9-47A3-809F-CAF06E87971C}" srcId="{C4673B65-1D37-4BCD-8AA2-397B037DE576}" destId="{1799D72D-D8DD-4D08-A831-60D891B75212}" srcOrd="1" destOrd="0" parTransId="{A39DED90-1DC2-4FDB-92D6-213902A71DED}" sibTransId="{5E7237A3-A8B8-4A5D-9959-3E55A1686BE9}"/>
    <dgm:cxn modelId="{0CDE835B-F256-4261-8D0B-C958AF1DC6E0}" type="presOf" srcId="{91E52770-EAEC-48F4-B835-4A0C9BE95EB0}" destId="{77D54FE5-8EE7-447A-8925-6BF1B527C468}" srcOrd="0" destOrd="0" presId="urn:microsoft.com/office/officeart/2005/8/layout/vList2"/>
    <dgm:cxn modelId="{2678415D-0CFF-4455-A93A-7AE64FD19FD4}" type="presOf" srcId="{1799D72D-D8DD-4D08-A831-60D891B75212}" destId="{F20D9243-7E9D-44B8-A6D3-C116C4839BB3}" srcOrd="0" destOrd="0" presId="urn:microsoft.com/office/officeart/2005/8/layout/vList2"/>
    <dgm:cxn modelId="{FDCEC883-928C-4F63-95B6-DCA2D3331875}" type="presOf" srcId="{A7DF6057-890B-48C7-B29B-7727C42A7045}" destId="{4D657993-62EF-4FBE-825F-19D066392C8C}" srcOrd="0" destOrd="0" presId="urn:microsoft.com/office/officeart/2005/8/layout/vList2"/>
    <dgm:cxn modelId="{C3646390-CE0D-4175-82D4-8017E9C8C355}" type="presOf" srcId="{C4673B65-1D37-4BCD-8AA2-397B037DE576}" destId="{9F6EA224-28AD-4668-A889-90A0AABBFD57}" srcOrd="0" destOrd="0" presId="urn:microsoft.com/office/officeart/2005/8/layout/vList2"/>
    <dgm:cxn modelId="{66352CF4-9752-47DE-8D24-F9F6A07972FD}" srcId="{C4673B65-1D37-4BCD-8AA2-397B037DE576}" destId="{A7DF6057-890B-48C7-B29B-7727C42A7045}" srcOrd="0" destOrd="0" parTransId="{36BCDE19-7ECA-4120-BC1D-0C9263A7DA63}" sibTransId="{765C29B8-7AD1-4EF0-8DF3-96085D40E7A9}"/>
    <dgm:cxn modelId="{5FD0B66B-AB89-4C34-B7EB-D020663C5EB7}" type="presParOf" srcId="{9F6EA224-28AD-4668-A889-90A0AABBFD57}" destId="{4D657993-62EF-4FBE-825F-19D066392C8C}" srcOrd="0" destOrd="0" presId="urn:microsoft.com/office/officeart/2005/8/layout/vList2"/>
    <dgm:cxn modelId="{B07D2811-7193-416D-83C9-CFA589D7CE41}" type="presParOf" srcId="{9F6EA224-28AD-4668-A889-90A0AABBFD57}" destId="{29500046-6D6A-4218-A442-7558ACB95F6B}" srcOrd="1" destOrd="0" presId="urn:microsoft.com/office/officeart/2005/8/layout/vList2"/>
    <dgm:cxn modelId="{29EB46D0-5492-41B3-9DD4-4C279B6CEEB6}" type="presParOf" srcId="{9F6EA224-28AD-4668-A889-90A0AABBFD57}" destId="{F20D9243-7E9D-44B8-A6D3-C116C4839BB3}" srcOrd="2" destOrd="0" presId="urn:microsoft.com/office/officeart/2005/8/layout/vList2"/>
    <dgm:cxn modelId="{CDC434A4-5C38-483C-AF5B-23701C6E6F19}" type="presParOf" srcId="{9F6EA224-28AD-4668-A889-90A0AABBFD57}" destId="{F9950F9F-9CDA-4953-9283-8D75EBA58737}" srcOrd="3" destOrd="0" presId="urn:microsoft.com/office/officeart/2005/8/layout/vList2"/>
    <dgm:cxn modelId="{F2129988-0A43-4E3A-9B01-CCC6C752B48F}" type="presParOf" srcId="{9F6EA224-28AD-4668-A889-90A0AABBFD57}" destId="{77D54FE5-8EE7-447A-8925-6BF1B527C46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EEED444-9A65-478A-BD3E-D778A1D261C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0D1CEC2-70B2-45EA-B66F-3E1CB196BF69}">
      <dgm:prSet/>
      <dgm:spPr/>
      <dgm:t>
        <a:bodyPr/>
        <a:lstStyle/>
        <a:p>
          <a:r>
            <a:rPr lang="en-US"/>
            <a:t>User-friendly interface</a:t>
          </a:r>
        </a:p>
      </dgm:t>
    </dgm:pt>
    <dgm:pt modelId="{93D6A7C1-8FAC-404E-AE1B-5F3A66043C65}" type="parTrans" cxnId="{93E8EA7E-F34D-460F-B4F7-E2C90287A20E}">
      <dgm:prSet/>
      <dgm:spPr/>
      <dgm:t>
        <a:bodyPr/>
        <a:lstStyle/>
        <a:p>
          <a:endParaRPr lang="en-US"/>
        </a:p>
      </dgm:t>
    </dgm:pt>
    <dgm:pt modelId="{304CA9B4-389C-4006-9EDE-590B67517B11}" type="sibTrans" cxnId="{93E8EA7E-F34D-460F-B4F7-E2C90287A20E}">
      <dgm:prSet/>
      <dgm:spPr/>
      <dgm:t>
        <a:bodyPr/>
        <a:lstStyle/>
        <a:p>
          <a:endParaRPr lang="en-US"/>
        </a:p>
      </dgm:t>
    </dgm:pt>
    <dgm:pt modelId="{01985D99-8693-4E78-BF70-483A9C6AC66F}">
      <dgm:prSet/>
      <dgm:spPr/>
      <dgm:t>
        <a:bodyPr/>
        <a:lstStyle/>
        <a:p>
          <a:r>
            <a:rPr lang="en-US"/>
            <a:t>99% uptime</a:t>
          </a:r>
        </a:p>
      </dgm:t>
    </dgm:pt>
    <dgm:pt modelId="{C4A2BC84-0403-47B2-84A8-9898559DFF36}" type="parTrans" cxnId="{D19E37A4-DF93-4708-B9F9-85A6E018AFFD}">
      <dgm:prSet/>
      <dgm:spPr/>
      <dgm:t>
        <a:bodyPr/>
        <a:lstStyle/>
        <a:p>
          <a:endParaRPr lang="en-US"/>
        </a:p>
      </dgm:t>
    </dgm:pt>
    <dgm:pt modelId="{6EE5EDD2-0FCF-44A8-95DF-23F0406FC713}" type="sibTrans" cxnId="{D19E37A4-DF93-4708-B9F9-85A6E018AFFD}">
      <dgm:prSet/>
      <dgm:spPr/>
      <dgm:t>
        <a:bodyPr/>
        <a:lstStyle/>
        <a:p>
          <a:endParaRPr lang="en-US"/>
        </a:p>
      </dgm:t>
    </dgm:pt>
    <dgm:pt modelId="{AF75B158-EFE1-43B0-9FC3-A9C94E2DC26D}">
      <dgm:prSet/>
      <dgm:spPr/>
      <dgm:t>
        <a:bodyPr/>
        <a:lstStyle/>
        <a:p>
          <a:r>
            <a:rPr lang="en-US"/>
            <a:t>Failure recovery</a:t>
          </a:r>
        </a:p>
      </dgm:t>
    </dgm:pt>
    <dgm:pt modelId="{3CF774F4-4817-4C5B-AE67-311A55E3048C}" type="parTrans" cxnId="{F64BAB9E-118E-46CD-B62E-66343CCF7FDD}">
      <dgm:prSet/>
      <dgm:spPr/>
      <dgm:t>
        <a:bodyPr/>
        <a:lstStyle/>
        <a:p>
          <a:endParaRPr lang="en-US"/>
        </a:p>
      </dgm:t>
    </dgm:pt>
    <dgm:pt modelId="{31FD155E-1B70-4411-90D4-245321498E05}" type="sibTrans" cxnId="{F64BAB9E-118E-46CD-B62E-66343CCF7FDD}">
      <dgm:prSet/>
      <dgm:spPr/>
      <dgm:t>
        <a:bodyPr/>
        <a:lstStyle/>
        <a:p>
          <a:endParaRPr lang="en-US"/>
        </a:p>
      </dgm:t>
    </dgm:pt>
    <dgm:pt modelId="{66577C3B-521D-4421-9C0A-5371F57CE792}" type="pres">
      <dgm:prSet presAssocID="{9EEED444-9A65-478A-BD3E-D778A1D261C3}" presName="linear" presStyleCnt="0">
        <dgm:presLayoutVars>
          <dgm:animLvl val="lvl"/>
          <dgm:resizeHandles val="exact"/>
        </dgm:presLayoutVars>
      </dgm:prSet>
      <dgm:spPr/>
    </dgm:pt>
    <dgm:pt modelId="{62DB3A47-C03B-44AD-8E91-6DC935FE3D03}" type="pres">
      <dgm:prSet presAssocID="{50D1CEC2-70B2-45EA-B66F-3E1CB196BF6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0BEBF47-23DC-4A41-B00C-DBDF7EA9AC5E}" type="pres">
      <dgm:prSet presAssocID="{304CA9B4-389C-4006-9EDE-590B67517B11}" presName="spacer" presStyleCnt="0"/>
      <dgm:spPr/>
    </dgm:pt>
    <dgm:pt modelId="{508BE597-A994-414F-8013-DE571B07D22F}" type="pres">
      <dgm:prSet presAssocID="{01985D99-8693-4E78-BF70-483A9C6AC66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47CEF5-D207-4A09-96C7-03C9DD68E5CA}" type="pres">
      <dgm:prSet presAssocID="{6EE5EDD2-0FCF-44A8-95DF-23F0406FC713}" presName="spacer" presStyleCnt="0"/>
      <dgm:spPr/>
    </dgm:pt>
    <dgm:pt modelId="{3BA3F0C2-61D2-4274-AEF9-077C5C5F0C50}" type="pres">
      <dgm:prSet presAssocID="{AF75B158-EFE1-43B0-9FC3-A9C94E2DC26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1351618-FE18-4F34-BA8A-F8121094C555}" type="presOf" srcId="{AF75B158-EFE1-43B0-9FC3-A9C94E2DC26D}" destId="{3BA3F0C2-61D2-4274-AEF9-077C5C5F0C50}" srcOrd="0" destOrd="0" presId="urn:microsoft.com/office/officeart/2005/8/layout/vList2"/>
    <dgm:cxn modelId="{42B6232F-8FE7-4893-93EC-A158591D091E}" type="presOf" srcId="{50D1CEC2-70B2-45EA-B66F-3E1CB196BF69}" destId="{62DB3A47-C03B-44AD-8E91-6DC935FE3D03}" srcOrd="0" destOrd="0" presId="urn:microsoft.com/office/officeart/2005/8/layout/vList2"/>
    <dgm:cxn modelId="{4CF9F831-80B8-44E8-B232-5E10F7EA13FC}" type="presOf" srcId="{9EEED444-9A65-478A-BD3E-D778A1D261C3}" destId="{66577C3B-521D-4421-9C0A-5371F57CE792}" srcOrd="0" destOrd="0" presId="urn:microsoft.com/office/officeart/2005/8/layout/vList2"/>
    <dgm:cxn modelId="{0D6B635B-6E6D-4CBD-BC35-D25E9F424941}" type="presOf" srcId="{01985D99-8693-4E78-BF70-483A9C6AC66F}" destId="{508BE597-A994-414F-8013-DE571B07D22F}" srcOrd="0" destOrd="0" presId="urn:microsoft.com/office/officeart/2005/8/layout/vList2"/>
    <dgm:cxn modelId="{93E8EA7E-F34D-460F-B4F7-E2C90287A20E}" srcId="{9EEED444-9A65-478A-BD3E-D778A1D261C3}" destId="{50D1CEC2-70B2-45EA-B66F-3E1CB196BF69}" srcOrd="0" destOrd="0" parTransId="{93D6A7C1-8FAC-404E-AE1B-5F3A66043C65}" sibTransId="{304CA9B4-389C-4006-9EDE-590B67517B11}"/>
    <dgm:cxn modelId="{F64BAB9E-118E-46CD-B62E-66343CCF7FDD}" srcId="{9EEED444-9A65-478A-BD3E-D778A1D261C3}" destId="{AF75B158-EFE1-43B0-9FC3-A9C94E2DC26D}" srcOrd="2" destOrd="0" parTransId="{3CF774F4-4817-4C5B-AE67-311A55E3048C}" sibTransId="{31FD155E-1B70-4411-90D4-245321498E05}"/>
    <dgm:cxn modelId="{D19E37A4-DF93-4708-B9F9-85A6E018AFFD}" srcId="{9EEED444-9A65-478A-BD3E-D778A1D261C3}" destId="{01985D99-8693-4E78-BF70-483A9C6AC66F}" srcOrd="1" destOrd="0" parTransId="{C4A2BC84-0403-47B2-84A8-9898559DFF36}" sibTransId="{6EE5EDD2-0FCF-44A8-95DF-23F0406FC713}"/>
    <dgm:cxn modelId="{37E7AD68-D251-4507-92E4-1739140D2D6E}" type="presParOf" srcId="{66577C3B-521D-4421-9C0A-5371F57CE792}" destId="{62DB3A47-C03B-44AD-8E91-6DC935FE3D03}" srcOrd="0" destOrd="0" presId="urn:microsoft.com/office/officeart/2005/8/layout/vList2"/>
    <dgm:cxn modelId="{3EF85EA3-7125-4CDD-B8BE-01CCA887E1D6}" type="presParOf" srcId="{66577C3B-521D-4421-9C0A-5371F57CE792}" destId="{40BEBF47-23DC-4A41-B00C-DBDF7EA9AC5E}" srcOrd="1" destOrd="0" presId="urn:microsoft.com/office/officeart/2005/8/layout/vList2"/>
    <dgm:cxn modelId="{89EC4E70-202F-4CC9-B829-5A93CA2E9F0C}" type="presParOf" srcId="{66577C3B-521D-4421-9C0A-5371F57CE792}" destId="{508BE597-A994-414F-8013-DE571B07D22F}" srcOrd="2" destOrd="0" presId="urn:microsoft.com/office/officeart/2005/8/layout/vList2"/>
    <dgm:cxn modelId="{3BF682D6-7E31-4251-A524-A3854A9FE28A}" type="presParOf" srcId="{66577C3B-521D-4421-9C0A-5371F57CE792}" destId="{B447CEF5-D207-4A09-96C7-03C9DD68E5CA}" srcOrd="3" destOrd="0" presId="urn:microsoft.com/office/officeart/2005/8/layout/vList2"/>
    <dgm:cxn modelId="{7208DBEB-D533-4F7B-B0B2-B36EE808B700}" type="presParOf" srcId="{66577C3B-521D-4421-9C0A-5371F57CE792}" destId="{3BA3F0C2-61D2-4274-AEF9-077C5C5F0C5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0EFC1BB-D07E-4A6F-B2CF-BE2095D02E9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6AC59B-9311-4283-BD32-136CA8BFE900}">
      <dgm:prSet/>
      <dgm:spPr/>
      <dgm:t>
        <a:bodyPr/>
        <a:lstStyle/>
        <a:p>
          <a:r>
            <a:rPr lang="en-US"/>
            <a:t>Web-based system</a:t>
          </a:r>
        </a:p>
      </dgm:t>
    </dgm:pt>
    <dgm:pt modelId="{14037AB5-271E-4CF2-8A85-55AFD36AF912}" type="parTrans" cxnId="{BBB09E89-AF5A-4875-ADB7-58010E42F1CA}">
      <dgm:prSet/>
      <dgm:spPr/>
      <dgm:t>
        <a:bodyPr/>
        <a:lstStyle/>
        <a:p>
          <a:endParaRPr lang="en-US"/>
        </a:p>
      </dgm:t>
    </dgm:pt>
    <dgm:pt modelId="{6A8A7CC3-D8C2-4A4F-8CE6-064A1641A3B4}" type="sibTrans" cxnId="{BBB09E89-AF5A-4875-ADB7-58010E42F1CA}">
      <dgm:prSet/>
      <dgm:spPr/>
      <dgm:t>
        <a:bodyPr/>
        <a:lstStyle/>
        <a:p>
          <a:endParaRPr lang="en-US"/>
        </a:p>
      </dgm:t>
    </dgm:pt>
    <dgm:pt modelId="{3B394FA7-D138-43D0-B97B-7A1012A867D5}">
      <dgm:prSet/>
      <dgm:spPr/>
      <dgm:t>
        <a:bodyPr/>
        <a:lstStyle/>
        <a:p>
          <a:r>
            <a:rPr lang="en-US"/>
            <a:t>Linux servers</a:t>
          </a:r>
        </a:p>
      </dgm:t>
    </dgm:pt>
    <dgm:pt modelId="{05C9E650-784D-4F30-95F5-14016FCE08BA}" type="parTrans" cxnId="{278F0489-337F-48E0-BB24-E5C06FE727B1}">
      <dgm:prSet/>
      <dgm:spPr/>
      <dgm:t>
        <a:bodyPr/>
        <a:lstStyle/>
        <a:p>
          <a:endParaRPr lang="en-US"/>
        </a:p>
      </dgm:t>
    </dgm:pt>
    <dgm:pt modelId="{1D8FB38B-4B53-45EC-BF7B-F7B2FC5F7851}" type="sibTrans" cxnId="{278F0489-337F-48E0-BB24-E5C06FE727B1}">
      <dgm:prSet/>
      <dgm:spPr/>
      <dgm:t>
        <a:bodyPr/>
        <a:lstStyle/>
        <a:p>
          <a:endParaRPr lang="en-US"/>
        </a:p>
      </dgm:t>
    </dgm:pt>
    <dgm:pt modelId="{50C92AB6-F1C8-4C14-B4E2-98C5F0C4C906}">
      <dgm:prSet/>
      <dgm:spPr/>
      <dgm:t>
        <a:bodyPr/>
        <a:lstStyle/>
        <a:p>
          <a:r>
            <a:rPr lang="en-US"/>
            <a:t>Compliance with policies</a:t>
          </a:r>
        </a:p>
      </dgm:t>
    </dgm:pt>
    <dgm:pt modelId="{015E63DE-3ACA-4131-8228-FD4B246E78B2}" type="parTrans" cxnId="{3C738A90-B528-499A-87B6-BEC1807E7627}">
      <dgm:prSet/>
      <dgm:spPr/>
      <dgm:t>
        <a:bodyPr/>
        <a:lstStyle/>
        <a:p>
          <a:endParaRPr lang="en-US"/>
        </a:p>
      </dgm:t>
    </dgm:pt>
    <dgm:pt modelId="{DC6145EA-1B41-40BC-AF00-96C1A0F25AA3}" type="sibTrans" cxnId="{3C738A90-B528-499A-87B6-BEC1807E7627}">
      <dgm:prSet/>
      <dgm:spPr/>
      <dgm:t>
        <a:bodyPr/>
        <a:lstStyle/>
        <a:p>
          <a:endParaRPr lang="en-US"/>
        </a:p>
      </dgm:t>
    </dgm:pt>
    <dgm:pt modelId="{1592091A-2645-4988-972D-2A9D058C5D82}" type="pres">
      <dgm:prSet presAssocID="{E0EFC1BB-D07E-4A6F-B2CF-BE2095D02E96}" presName="linear" presStyleCnt="0">
        <dgm:presLayoutVars>
          <dgm:animLvl val="lvl"/>
          <dgm:resizeHandles val="exact"/>
        </dgm:presLayoutVars>
      </dgm:prSet>
      <dgm:spPr/>
    </dgm:pt>
    <dgm:pt modelId="{7EB24C11-789F-47BE-B045-6B26B30E4974}" type="pres">
      <dgm:prSet presAssocID="{476AC59B-9311-4283-BD32-136CA8BFE90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814AD55-E91D-417D-9F75-CFF58FA4F925}" type="pres">
      <dgm:prSet presAssocID="{6A8A7CC3-D8C2-4A4F-8CE6-064A1641A3B4}" presName="spacer" presStyleCnt="0"/>
      <dgm:spPr/>
    </dgm:pt>
    <dgm:pt modelId="{A2E2F0E1-506B-444F-AF58-22DD03BABBA7}" type="pres">
      <dgm:prSet presAssocID="{3B394FA7-D138-43D0-B97B-7A1012A867D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8697BB5-5546-4EC1-9248-41EA94484143}" type="pres">
      <dgm:prSet presAssocID="{1D8FB38B-4B53-45EC-BF7B-F7B2FC5F7851}" presName="spacer" presStyleCnt="0"/>
      <dgm:spPr/>
    </dgm:pt>
    <dgm:pt modelId="{8DB78BA9-1140-4FBC-A610-661666755B60}" type="pres">
      <dgm:prSet presAssocID="{50C92AB6-F1C8-4C14-B4E2-98C5F0C4C90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2974429-A219-4FF0-9974-253BBB9955D1}" type="presOf" srcId="{3B394FA7-D138-43D0-B97B-7A1012A867D5}" destId="{A2E2F0E1-506B-444F-AF58-22DD03BABBA7}" srcOrd="0" destOrd="0" presId="urn:microsoft.com/office/officeart/2005/8/layout/vList2"/>
    <dgm:cxn modelId="{D4AB8374-A96F-4357-B40F-805A51AAF16A}" type="presOf" srcId="{50C92AB6-F1C8-4C14-B4E2-98C5F0C4C906}" destId="{8DB78BA9-1140-4FBC-A610-661666755B60}" srcOrd="0" destOrd="0" presId="urn:microsoft.com/office/officeart/2005/8/layout/vList2"/>
    <dgm:cxn modelId="{278F0489-337F-48E0-BB24-E5C06FE727B1}" srcId="{E0EFC1BB-D07E-4A6F-B2CF-BE2095D02E96}" destId="{3B394FA7-D138-43D0-B97B-7A1012A867D5}" srcOrd="1" destOrd="0" parTransId="{05C9E650-784D-4F30-95F5-14016FCE08BA}" sibTransId="{1D8FB38B-4B53-45EC-BF7B-F7B2FC5F7851}"/>
    <dgm:cxn modelId="{BBB09E89-AF5A-4875-ADB7-58010E42F1CA}" srcId="{E0EFC1BB-D07E-4A6F-B2CF-BE2095D02E96}" destId="{476AC59B-9311-4283-BD32-136CA8BFE900}" srcOrd="0" destOrd="0" parTransId="{14037AB5-271E-4CF2-8A85-55AFD36AF912}" sibTransId="{6A8A7CC3-D8C2-4A4F-8CE6-064A1641A3B4}"/>
    <dgm:cxn modelId="{3C738A90-B528-499A-87B6-BEC1807E7627}" srcId="{E0EFC1BB-D07E-4A6F-B2CF-BE2095D02E96}" destId="{50C92AB6-F1C8-4C14-B4E2-98C5F0C4C906}" srcOrd="2" destOrd="0" parTransId="{015E63DE-3ACA-4131-8228-FD4B246E78B2}" sibTransId="{DC6145EA-1B41-40BC-AF00-96C1A0F25AA3}"/>
    <dgm:cxn modelId="{AC47B8A6-B805-42F1-8310-313EFEF13E68}" type="presOf" srcId="{E0EFC1BB-D07E-4A6F-B2CF-BE2095D02E96}" destId="{1592091A-2645-4988-972D-2A9D058C5D82}" srcOrd="0" destOrd="0" presId="urn:microsoft.com/office/officeart/2005/8/layout/vList2"/>
    <dgm:cxn modelId="{246F13E6-BA72-474A-AC23-313B2AF0FF39}" type="presOf" srcId="{476AC59B-9311-4283-BD32-136CA8BFE900}" destId="{7EB24C11-789F-47BE-B045-6B26B30E4974}" srcOrd="0" destOrd="0" presId="urn:microsoft.com/office/officeart/2005/8/layout/vList2"/>
    <dgm:cxn modelId="{44E0B20F-1F2B-40FB-9248-DF8B8631C732}" type="presParOf" srcId="{1592091A-2645-4988-972D-2A9D058C5D82}" destId="{7EB24C11-789F-47BE-B045-6B26B30E4974}" srcOrd="0" destOrd="0" presId="urn:microsoft.com/office/officeart/2005/8/layout/vList2"/>
    <dgm:cxn modelId="{A75D1D07-F309-41BC-BED0-A29BE81F6ECA}" type="presParOf" srcId="{1592091A-2645-4988-972D-2A9D058C5D82}" destId="{F814AD55-E91D-417D-9F75-CFF58FA4F925}" srcOrd="1" destOrd="0" presId="urn:microsoft.com/office/officeart/2005/8/layout/vList2"/>
    <dgm:cxn modelId="{86A72156-585D-4ABD-9C2C-64423A4908D9}" type="presParOf" srcId="{1592091A-2645-4988-972D-2A9D058C5D82}" destId="{A2E2F0E1-506B-444F-AF58-22DD03BABBA7}" srcOrd="2" destOrd="0" presId="urn:microsoft.com/office/officeart/2005/8/layout/vList2"/>
    <dgm:cxn modelId="{EB89C6B2-61A5-48AF-9301-42B13191418C}" type="presParOf" srcId="{1592091A-2645-4988-972D-2A9D058C5D82}" destId="{C8697BB5-5546-4EC1-9248-41EA94484143}" srcOrd="3" destOrd="0" presId="urn:microsoft.com/office/officeart/2005/8/layout/vList2"/>
    <dgm:cxn modelId="{68A82D74-C7DD-46E5-A5E8-0C657753A847}" type="presParOf" srcId="{1592091A-2645-4988-972D-2A9D058C5D82}" destId="{8DB78BA9-1140-4FBC-A610-661666755B6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F603303-D55D-4467-B8C3-313C332B11B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49727E-5C5B-45A5-84C4-5121F49CAB61}">
      <dgm:prSet/>
      <dgm:spPr/>
      <dgm:t>
        <a:bodyPr/>
        <a:lstStyle/>
        <a:p>
          <a:r>
            <a:rPr lang="en-US"/>
            <a:t>Internet access required</a:t>
          </a:r>
        </a:p>
      </dgm:t>
    </dgm:pt>
    <dgm:pt modelId="{5031C857-A08A-4C06-82DB-8C3A41C97AE1}" type="parTrans" cxnId="{2EFF12F1-381D-4607-93C3-F96DD0862D76}">
      <dgm:prSet/>
      <dgm:spPr/>
      <dgm:t>
        <a:bodyPr/>
        <a:lstStyle/>
        <a:p>
          <a:endParaRPr lang="en-US"/>
        </a:p>
      </dgm:t>
    </dgm:pt>
    <dgm:pt modelId="{461CB0DA-03FA-413E-A58A-D4BE728313D8}" type="sibTrans" cxnId="{2EFF12F1-381D-4607-93C3-F96DD0862D76}">
      <dgm:prSet/>
      <dgm:spPr/>
      <dgm:t>
        <a:bodyPr/>
        <a:lstStyle/>
        <a:p>
          <a:endParaRPr lang="en-US"/>
        </a:p>
      </dgm:t>
    </dgm:pt>
    <dgm:pt modelId="{715295E0-32C3-427D-956C-224EEDB84EC9}">
      <dgm:prSet/>
      <dgm:spPr/>
      <dgm:t>
        <a:bodyPr/>
        <a:lstStyle/>
        <a:p>
          <a:r>
            <a:rPr lang="en-US"/>
            <a:t>Depends on email services</a:t>
          </a:r>
        </a:p>
      </dgm:t>
    </dgm:pt>
    <dgm:pt modelId="{534BD2F1-3171-4D4F-8F2F-F2D247C41FEA}" type="parTrans" cxnId="{79D79357-B682-4B9A-9E22-D1533ADC1A4B}">
      <dgm:prSet/>
      <dgm:spPr/>
      <dgm:t>
        <a:bodyPr/>
        <a:lstStyle/>
        <a:p>
          <a:endParaRPr lang="en-US"/>
        </a:p>
      </dgm:t>
    </dgm:pt>
    <dgm:pt modelId="{D124D27C-D27A-4556-96B9-C431F381D926}" type="sibTrans" cxnId="{79D79357-B682-4B9A-9E22-D1533ADC1A4B}">
      <dgm:prSet/>
      <dgm:spPr/>
      <dgm:t>
        <a:bodyPr/>
        <a:lstStyle/>
        <a:p>
          <a:endParaRPr lang="en-US"/>
        </a:p>
      </dgm:t>
    </dgm:pt>
    <dgm:pt modelId="{C70987CB-F0BB-4E40-96F9-BD6666EB9544}">
      <dgm:prSet/>
      <dgm:spPr/>
      <dgm:t>
        <a:bodyPr/>
        <a:lstStyle/>
        <a:p>
          <a:r>
            <a:rPr lang="en-US"/>
            <a:t>Authentication services required</a:t>
          </a:r>
        </a:p>
      </dgm:t>
    </dgm:pt>
    <dgm:pt modelId="{67386A0D-53C9-478B-B1AE-0FB7D898A435}" type="parTrans" cxnId="{575526BB-C2DA-4349-A211-EB225D10E33F}">
      <dgm:prSet/>
      <dgm:spPr/>
      <dgm:t>
        <a:bodyPr/>
        <a:lstStyle/>
        <a:p>
          <a:endParaRPr lang="en-US"/>
        </a:p>
      </dgm:t>
    </dgm:pt>
    <dgm:pt modelId="{378E504F-7BBB-49C9-91F9-09E8D9866ECA}" type="sibTrans" cxnId="{575526BB-C2DA-4349-A211-EB225D10E33F}">
      <dgm:prSet/>
      <dgm:spPr/>
      <dgm:t>
        <a:bodyPr/>
        <a:lstStyle/>
        <a:p>
          <a:endParaRPr lang="en-US"/>
        </a:p>
      </dgm:t>
    </dgm:pt>
    <dgm:pt modelId="{AEF8650D-B017-490F-AE9F-4FDBD314D707}" type="pres">
      <dgm:prSet presAssocID="{8F603303-D55D-4467-B8C3-313C332B11B2}" presName="linear" presStyleCnt="0">
        <dgm:presLayoutVars>
          <dgm:animLvl val="lvl"/>
          <dgm:resizeHandles val="exact"/>
        </dgm:presLayoutVars>
      </dgm:prSet>
      <dgm:spPr/>
    </dgm:pt>
    <dgm:pt modelId="{3052EDF2-8E66-4966-8F13-E808F53E442E}" type="pres">
      <dgm:prSet presAssocID="{E049727E-5C5B-45A5-84C4-5121F49CAB6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FEB3A92-3E1C-4AA2-B836-58D0E9A4B294}" type="pres">
      <dgm:prSet presAssocID="{461CB0DA-03FA-413E-A58A-D4BE728313D8}" presName="spacer" presStyleCnt="0"/>
      <dgm:spPr/>
    </dgm:pt>
    <dgm:pt modelId="{D10B485E-99DF-4A67-906E-8332960BBF7E}" type="pres">
      <dgm:prSet presAssocID="{715295E0-32C3-427D-956C-224EEDB84E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DED3E8-7394-4CAE-B212-F3EF23A386BF}" type="pres">
      <dgm:prSet presAssocID="{D124D27C-D27A-4556-96B9-C431F381D926}" presName="spacer" presStyleCnt="0"/>
      <dgm:spPr/>
    </dgm:pt>
    <dgm:pt modelId="{C28AEFDE-3F40-4798-A734-56784B033327}" type="pres">
      <dgm:prSet presAssocID="{C70987CB-F0BB-4E40-96F9-BD6666EB954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231DE06-A1C6-4224-B13F-31CA2FF3C763}" type="presOf" srcId="{C70987CB-F0BB-4E40-96F9-BD6666EB9544}" destId="{C28AEFDE-3F40-4798-A734-56784B033327}" srcOrd="0" destOrd="0" presId="urn:microsoft.com/office/officeart/2005/8/layout/vList2"/>
    <dgm:cxn modelId="{120BA831-BE1C-4066-A3D5-D7FD7EF460F3}" type="presOf" srcId="{8F603303-D55D-4467-B8C3-313C332B11B2}" destId="{AEF8650D-B017-490F-AE9F-4FDBD314D707}" srcOrd="0" destOrd="0" presId="urn:microsoft.com/office/officeart/2005/8/layout/vList2"/>
    <dgm:cxn modelId="{79D79357-B682-4B9A-9E22-D1533ADC1A4B}" srcId="{8F603303-D55D-4467-B8C3-313C332B11B2}" destId="{715295E0-32C3-427D-956C-224EEDB84EC9}" srcOrd="1" destOrd="0" parTransId="{534BD2F1-3171-4D4F-8F2F-F2D247C41FEA}" sibTransId="{D124D27C-D27A-4556-96B9-C431F381D926}"/>
    <dgm:cxn modelId="{417A299E-DEEB-4F6F-B3DE-6B17C9AEB884}" type="presOf" srcId="{715295E0-32C3-427D-956C-224EEDB84EC9}" destId="{D10B485E-99DF-4A67-906E-8332960BBF7E}" srcOrd="0" destOrd="0" presId="urn:microsoft.com/office/officeart/2005/8/layout/vList2"/>
    <dgm:cxn modelId="{575526BB-C2DA-4349-A211-EB225D10E33F}" srcId="{8F603303-D55D-4467-B8C3-313C332B11B2}" destId="{C70987CB-F0BB-4E40-96F9-BD6666EB9544}" srcOrd="2" destOrd="0" parTransId="{67386A0D-53C9-478B-B1AE-0FB7D898A435}" sibTransId="{378E504F-7BBB-49C9-91F9-09E8D9866ECA}"/>
    <dgm:cxn modelId="{2EFF12F1-381D-4607-93C3-F96DD0862D76}" srcId="{8F603303-D55D-4467-B8C3-313C332B11B2}" destId="{E049727E-5C5B-45A5-84C4-5121F49CAB61}" srcOrd="0" destOrd="0" parTransId="{5031C857-A08A-4C06-82DB-8C3A41C97AE1}" sibTransId="{461CB0DA-03FA-413E-A58A-D4BE728313D8}"/>
    <dgm:cxn modelId="{D04F9FFA-41EC-4462-A932-DFA19D6CBC65}" type="presOf" srcId="{E049727E-5C5B-45A5-84C4-5121F49CAB61}" destId="{3052EDF2-8E66-4966-8F13-E808F53E442E}" srcOrd="0" destOrd="0" presId="urn:microsoft.com/office/officeart/2005/8/layout/vList2"/>
    <dgm:cxn modelId="{D7AF7D4F-0C17-4223-ABC2-99CE96DB6228}" type="presParOf" srcId="{AEF8650D-B017-490F-AE9F-4FDBD314D707}" destId="{3052EDF2-8E66-4966-8F13-E808F53E442E}" srcOrd="0" destOrd="0" presId="urn:microsoft.com/office/officeart/2005/8/layout/vList2"/>
    <dgm:cxn modelId="{82B3771B-89DC-4ACF-ADCA-B056FE5CD2A3}" type="presParOf" srcId="{AEF8650D-B017-490F-AE9F-4FDBD314D707}" destId="{4FEB3A92-3E1C-4AA2-B836-58D0E9A4B294}" srcOrd="1" destOrd="0" presId="urn:microsoft.com/office/officeart/2005/8/layout/vList2"/>
    <dgm:cxn modelId="{9D8D08E2-6109-4624-A9E4-10D5C6C4B8B5}" type="presParOf" srcId="{AEF8650D-B017-490F-AE9F-4FDBD314D707}" destId="{D10B485E-99DF-4A67-906E-8332960BBF7E}" srcOrd="2" destOrd="0" presId="urn:microsoft.com/office/officeart/2005/8/layout/vList2"/>
    <dgm:cxn modelId="{493A51DA-C9A9-4211-A82B-200B2800A46B}" type="presParOf" srcId="{AEF8650D-B017-490F-AE9F-4FDBD314D707}" destId="{2DDED3E8-7394-4CAE-B212-F3EF23A386BF}" srcOrd="3" destOrd="0" presId="urn:microsoft.com/office/officeart/2005/8/layout/vList2"/>
    <dgm:cxn modelId="{B802CAC8-9100-4D38-9CCF-3D56D5E6C4F8}" type="presParOf" srcId="{AEF8650D-B017-490F-AE9F-4FDBD314D707}" destId="{C28AEFDE-3F40-4798-A734-56784B03332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EF5BFED-03DB-4A52-9C93-8D724AD0F1B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D003B9-E4A8-4654-AB87-8F9E2F4C6538}">
      <dgm:prSet/>
      <dgm:spPr/>
      <dgm:t>
        <a:bodyPr/>
        <a:lstStyle/>
        <a:p>
          <a:r>
            <a:rPr lang="en-US"/>
            <a:t>Mobile app</a:t>
          </a:r>
        </a:p>
      </dgm:t>
    </dgm:pt>
    <dgm:pt modelId="{B0667B26-5324-4A66-B964-D5DE9855AA06}" type="parTrans" cxnId="{86CD049A-EE83-46CB-A910-6C28EEB63280}">
      <dgm:prSet/>
      <dgm:spPr/>
      <dgm:t>
        <a:bodyPr/>
        <a:lstStyle/>
        <a:p>
          <a:endParaRPr lang="en-US"/>
        </a:p>
      </dgm:t>
    </dgm:pt>
    <dgm:pt modelId="{CB75F4B3-E5ED-41F8-9F26-B46BF4552996}" type="sibTrans" cxnId="{86CD049A-EE83-46CB-A910-6C28EEB63280}">
      <dgm:prSet/>
      <dgm:spPr/>
      <dgm:t>
        <a:bodyPr/>
        <a:lstStyle/>
        <a:p>
          <a:endParaRPr lang="en-US"/>
        </a:p>
      </dgm:t>
    </dgm:pt>
    <dgm:pt modelId="{649F2DBB-5501-43C6-AE40-B50EA474FABB}">
      <dgm:prSet/>
      <dgm:spPr/>
      <dgm:t>
        <a:bodyPr/>
        <a:lstStyle/>
        <a:p>
          <a:r>
            <a:rPr lang="en-US"/>
            <a:t>Analytics dashboards</a:t>
          </a:r>
        </a:p>
      </dgm:t>
    </dgm:pt>
    <dgm:pt modelId="{85655B8B-6C67-423C-95E2-A1F491E92210}" type="parTrans" cxnId="{7CB32DB6-E127-4CCF-AE6A-B42B8B7C66CC}">
      <dgm:prSet/>
      <dgm:spPr/>
      <dgm:t>
        <a:bodyPr/>
        <a:lstStyle/>
        <a:p>
          <a:endParaRPr lang="en-US"/>
        </a:p>
      </dgm:t>
    </dgm:pt>
    <dgm:pt modelId="{A54FC6E5-72F5-443E-A410-0B15DB7722C7}" type="sibTrans" cxnId="{7CB32DB6-E127-4CCF-AE6A-B42B8B7C66CC}">
      <dgm:prSet/>
      <dgm:spPr/>
      <dgm:t>
        <a:bodyPr/>
        <a:lstStyle/>
        <a:p>
          <a:endParaRPr lang="en-US"/>
        </a:p>
      </dgm:t>
    </dgm:pt>
    <dgm:pt modelId="{4172CE97-5687-4DBD-AFFA-3C6443530045}">
      <dgm:prSet/>
      <dgm:spPr/>
      <dgm:t>
        <a:bodyPr/>
        <a:lstStyle/>
        <a:p>
          <a:r>
            <a:rPr lang="en-US"/>
            <a:t>LMS integration</a:t>
          </a:r>
        </a:p>
      </dgm:t>
    </dgm:pt>
    <dgm:pt modelId="{386C081C-1A26-47F2-A760-E43C0C8E6E75}" type="parTrans" cxnId="{CF9812A5-D22A-443F-82D9-7D687B6157F9}">
      <dgm:prSet/>
      <dgm:spPr/>
      <dgm:t>
        <a:bodyPr/>
        <a:lstStyle/>
        <a:p>
          <a:endParaRPr lang="en-US"/>
        </a:p>
      </dgm:t>
    </dgm:pt>
    <dgm:pt modelId="{CEEA0FFF-1454-40E3-93F3-1DEF92831844}" type="sibTrans" cxnId="{CF9812A5-D22A-443F-82D9-7D687B6157F9}">
      <dgm:prSet/>
      <dgm:spPr/>
      <dgm:t>
        <a:bodyPr/>
        <a:lstStyle/>
        <a:p>
          <a:endParaRPr lang="en-US"/>
        </a:p>
      </dgm:t>
    </dgm:pt>
    <dgm:pt modelId="{E3AA1822-65F8-4923-BED0-816BD0227722}" type="pres">
      <dgm:prSet presAssocID="{DEF5BFED-03DB-4A52-9C93-8D724AD0F1B3}" presName="linear" presStyleCnt="0">
        <dgm:presLayoutVars>
          <dgm:animLvl val="lvl"/>
          <dgm:resizeHandles val="exact"/>
        </dgm:presLayoutVars>
      </dgm:prSet>
      <dgm:spPr/>
    </dgm:pt>
    <dgm:pt modelId="{2061E405-551F-42E0-930C-8ECEA0D9E611}" type="pres">
      <dgm:prSet presAssocID="{A4D003B9-E4A8-4654-AB87-8F9E2F4C653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986C378-CA8E-422A-9046-26E9D8737B4C}" type="pres">
      <dgm:prSet presAssocID="{CB75F4B3-E5ED-41F8-9F26-B46BF4552996}" presName="spacer" presStyleCnt="0"/>
      <dgm:spPr/>
    </dgm:pt>
    <dgm:pt modelId="{FDC5496D-2E35-4B3B-94B5-028CC834FA49}" type="pres">
      <dgm:prSet presAssocID="{649F2DBB-5501-43C6-AE40-B50EA474FAB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0BFCBC2-A6B7-4AA9-97A7-DC7A5D66028C}" type="pres">
      <dgm:prSet presAssocID="{A54FC6E5-72F5-443E-A410-0B15DB7722C7}" presName="spacer" presStyleCnt="0"/>
      <dgm:spPr/>
    </dgm:pt>
    <dgm:pt modelId="{628165A6-71A2-4883-BB0A-BC882ACEBCFF}" type="pres">
      <dgm:prSet presAssocID="{4172CE97-5687-4DBD-AFFA-3C644353004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3C12C15-D057-48D0-8FAD-636457476256}" type="presOf" srcId="{DEF5BFED-03DB-4A52-9C93-8D724AD0F1B3}" destId="{E3AA1822-65F8-4923-BED0-816BD0227722}" srcOrd="0" destOrd="0" presId="urn:microsoft.com/office/officeart/2005/8/layout/vList2"/>
    <dgm:cxn modelId="{8B75DE65-4B28-4D99-B9FA-DDC0B5495D8D}" type="presOf" srcId="{649F2DBB-5501-43C6-AE40-B50EA474FABB}" destId="{FDC5496D-2E35-4B3B-94B5-028CC834FA49}" srcOrd="0" destOrd="0" presId="urn:microsoft.com/office/officeart/2005/8/layout/vList2"/>
    <dgm:cxn modelId="{1B9FCF48-F340-4AC8-B280-78BCF32439C2}" type="presOf" srcId="{A4D003B9-E4A8-4654-AB87-8F9E2F4C6538}" destId="{2061E405-551F-42E0-930C-8ECEA0D9E611}" srcOrd="0" destOrd="0" presId="urn:microsoft.com/office/officeart/2005/8/layout/vList2"/>
    <dgm:cxn modelId="{25AF3251-B754-4277-B3BD-0D9FEDC4B0DF}" type="presOf" srcId="{4172CE97-5687-4DBD-AFFA-3C6443530045}" destId="{628165A6-71A2-4883-BB0A-BC882ACEBCFF}" srcOrd="0" destOrd="0" presId="urn:microsoft.com/office/officeart/2005/8/layout/vList2"/>
    <dgm:cxn modelId="{86CD049A-EE83-46CB-A910-6C28EEB63280}" srcId="{DEF5BFED-03DB-4A52-9C93-8D724AD0F1B3}" destId="{A4D003B9-E4A8-4654-AB87-8F9E2F4C6538}" srcOrd="0" destOrd="0" parTransId="{B0667B26-5324-4A66-B964-D5DE9855AA06}" sibTransId="{CB75F4B3-E5ED-41F8-9F26-B46BF4552996}"/>
    <dgm:cxn modelId="{CF9812A5-D22A-443F-82D9-7D687B6157F9}" srcId="{DEF5BFED-03DB-4A52-9C93-8D724AD0F1B3}" destId="{4172CE97-5687-4DBD-AFFA-3C6443530045}" srcOrd="2" destOrd="0" parTransId="{386C081C-1A26-47F2-A760-E43C0C8E6E75}" sibTransId="{CEEA0FFF-1454-40E3-93F3-1DEF92831844}"/>
    <dgm:cxn modelId="{7CB32DB6-E127-4CCF-AE6A-B42B8B7C66CC}" srcId="{DEF5BFED-03DB-4A52-9C93-8D724AD0F1B3}" destId="{649F2DBB-5501-43C6-AE40-B50EA474FABB}" srcOrd="1" destOrd="0" parTransId="{85655B8B-6C67-423C-95E2-A1F491E92210}" sibTransId="{A54FC6E5-72F5-443E-A410-0B15DB7722C7}"/>
    <dgm:cxn modelId="{4C0AA2BC-223D-43F6-BBF1-A6DC0490B652}" type="presParOf" srcId="{E3AA1822-65F8-4923-BED0-816BD0227722}" destId="{2061E405-551F-42E0-930C-8ECEA0D9E611}" srcOrd="0" destOrd="0" presId="urn:microsoft.com/office/officeart/2005/8/layout/vList2"/>
    <dgm:cxn modelId="{C91854D7-07D7-47E9-834A-44AB37A894D3}" type="presParOf" srcId="{E3AA1822-65F8-4923-BED0-816BD0227722}" destId="{9986C378-CA8E-422A-9046-26E9D8737B4C}" srcOrd="1" destOrd="0" presId="urn:microsoft.com/office/officeart/2005/8/layout/vList2"/>
    <dgm:cxn modelId="{A85837E2-2F74-49B7-813D-AFE3A7874771}" type="presParOf" srcId="{E3AA1822-65F8-4923-BED0-816BD0227722}" destId="{FDC5496D-2E35-4B3B-94B5-028CC834FA49}" srcOrd="2" destOrd="0" presId="urn:microsoft.com/office/officeart/2005/8/layout/vList2"/>
    <dgm:cxn modelId="{53F120C3-7E02-4571-B9CA-71B4E7111B69}" type="presParOf" srcId="{E3AA1822-65F8-4923-BED0-816BD0227722}" destId="{50BFCBC2-A6B7-4AA9-97A7-DC7A5D66028C}" srcOrd="3" destOrd="0" presId="urn:microsoft.com/office/officeart/2005/8/layout/vList2"/>
    <dgm:cxn modelId="{9C7BA1C9-353A-4E29-B28C-61DF80010995}" type="presParOf" srcId="{E3AA1822-65F8-4923-BED0-816BD0227722}" destId="{628165A6-71A2-4883-BB0A-BC882ACEBCF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88636-21CE-408A-B2DE-3467899B0237}">
      <dsp:nvSpPr>
        <dsp:cNvPr id="0" name=""/>
        <dsp:cNvSpPr/>
      </dsp:nvSpPr>
      <dsp:spPr>
        <a:xfrm>
          <a:off x="0" y="639049"/>
          <a:ext cx="5000124" cy="203463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Describes functional and non-functional requirements of OSMS.</a:t>
          </a:r>
        </a:p>
      </dsp:txBody>
      <dsp:txXfrm>
        <a:off x="99322" y="738371"/>
        <a:ext cx="4801480" cy="1835986"/>
      </dsp:txXfrm>
    </dsp:sp>
    <dsp:sp modelId="{3ECD7210-9D4B-49E7-95EA-5A554820990D}">
      <dsp:nvSpPr>
        <dsp:cNvPr id="0" name=""/>
        <dsp:cNvSpPr/>
      </dsp:nvSpPr>
      <dsp:spPr>
        <a:xfrm>
          <a:off x="0" y="2780240"/>
          <a:ext cx="5000124" cy="203463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Used by developers, testers, analysts, and researchers.</a:t>
          </a:r>
        </a:p>
      </dsp:txBody>
      <dsp:txXfrm>
        <a:off x="99322" y="2879562"/>
        <a:ext cx="4801480" cy="18359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F0897-2AA8-4467-85C6-CA35D7D16ADF}">
      <dsp:nvSpPr>
        <dsp:cNvPr id="0" name=""/>
        <dsp:cNvSpPr/>
      </dsp:nvSpPr>
      <dsp:spPr>
        <a:xfrm>
          <a:off x="0" y="32989"/>
          <a:ext cx="5000124" cy="264069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Web-based system to manage student data, courses, grades, and reports.</a:t>
          </a:r>
        </a:p>
      </dsp:txBody>
      <dsp:txXfrm>
        <a:off x="128908" y="161897"/>
        <a:ext cx="4742308" cy="2382874"/>
      </dsp:txXfrm>
    </dsp:sp>
    <dsp:sp modelId="{C9CB33CE-CD03-4F0D-AEB9-C05591018E3D}">
      <dsp:nvSpPr>
        <dsp:cNvPr id="0" name=""/>
        <dsp:cNvSpPr/>
      </dsp:nvSpPr>
      <dsp:spPr>
        <a:xfrm>
          <a:off x="0" y="2780239"/>
          <a:ext cx="5000124" cy="264069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Improves accuracy and reduces manual work.</a:t>
          </a:r>
        </a:p>
      </dsp:txBody>
      <dsp:txXfrm>
        <a:off x="128908" y="2909147"/>
        <a:ext cx="4742308" cy="23828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604D8D-F684-4CA5-BD39-F46F1BED1E72}">
      <dsp:nvSpPr>
        <dsp:cNvPr id="0" name=""/>
        <dsp:cNvSpPr/>
      </dsp:nvSpPr>
      <dsp:spPr>
        <a:xfrm>
          <a:off x="0" y="4279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OSMS: Online Student Management System</a:t>
          </a:r>
        </a:p>
      </dsp:txBody>
      <dsp:txXfrm>
        <a:off x="62141" y="104940"/>
        <a:ext cx="4875842" cy="1148678"/>
      </dsp:txXfrm>
    </dsp:sp>
    <dsp:sp modelId="{B46B5631-365A-4820-A1C4-6A069B946B9E}">
      <dsp:nvSpPr>
        <dsp:cNvPr id="0" name=""/>
        <dsp:cNvSpPr/>
      </dsp:nvSpPr>
      <dsp:spPr>
        <a:xfrm>
          <a:off x="0" y="1407919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SRS: Software Requirements Specification</a:t>
          </a:r>
        </a:p>
      </dsp:txBody>
      <dsp:txXfrm>
        <a:off x="62141" y="1470060"/>
        <a:ext cx="4875842" cy="1148678"/>
      </dsp:txXfrm>
    </dsp:sp>
    <dsp:sp modelId="{92E6D79C-C542-4C92-9A42-24CC19BD738D}">
      <dsp:nvSpPr>
        <dsp:cNvPr id="0" name=""/>
        <dsp:cNvSpPr/>
      </dsp:nvSpPr>
      <dsp:spPr>
        <a:xfrm>
          <a:off x="0" y="277304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RBAC: Role-Based Access Control</a:t>
          </a:r>
        </a:p>
      </dsp:txBody>
      <dsp:txXfrm>
        <a:off x="62141" y="2835181"/>
        <a:ext cx="4875842" cy="1148678"/>
      </dsp:txXfrm>
    </dsp:sp>
    <dsp:sp modelId="{C0107444-33A3-4C61-8509-6D52AB2B58B7}">
      <dsp:nvSpPr>
        <dsp:cNvPr id="0" name=""/>
        <dsp:cNvSpPr/>
      </dsp:nvSpPr>
      <dsp:spPr>
        <a:xfrm>
          <a:off x="0" y="4138160"/>
          <a:ext cx="5000124" cy="127296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CRUD: Create, Read, Update, Delete</a:t>
          </a:r>
        </a:p>
      </dsp:txBody>
      <dsp:txXfrm>
        <a:off x="62141" y="4200301"/>
        <a:ext cx="4875842" cy="11486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F1845-5349-4772-B73C-38669850E373}">
      <dsp:nvSpPr>
        <dsp:cNvPr id="0" name=""/>
        <dsp:cNvSpPr/>
      </dsp:nvSpPr>
      <dsp:spPr>
        <a:xfrm>
          <a:off x="0" y="792229"/>
          <a:ext cx="5000124" cy="88744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Three-tier architecture:</a:t>
          </a:r>
        </a:p>
      </dsp:txBody>
      <dsp:txXfrm>
        <a:off x="43321" y="835550"/>
        <a:ext cx="4913482" cy="800803"/>
      </dsp:txXfrm>
    </dsp:sp>
    <dsp:sp modelId="{8A812B7C-2483-4BAC-BBBA-538D29F43D1C}">
      <dsp:nvSpPr>
        <dsp:cNvPr id="0" name=""/>
        <dsp:cNvSpPr/>
      </dsp:nvSpPr>
      <dsp:spPr>
        <a:xfrm>
          <a:off x="0" y="1786235"/>
          <a:ext cx="5000124" cy="887445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Presentation Layer</a:t>
          </a:r>
        </a:p>
      </dsp:txBody>
      <dsp:txXfrm>
        <a:off x="43321" y="1829556"/>
        <a:ext cx="4913482" cy="800803"/>
      </dsp:txXfrm>
    </dsp:sp>
    <dsp:sp modelId="{9C771932-0D1C-4B42-9C48-EF69FC2FA43F}">
      <dsp:nvSpPr>
        <dsp:cNvPr id="0" name=""/>
        <dsp:cNvSpPr/>
      </dsp:nvSpPr>
      <dsp:spPr>
        <a:xfrm>
          <a:off x="0" y="2780240"/>
          <a:ext cx="5000124" cy="887445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Application Layer</a:t>
          </a:r>
        </a:p>
      </dsp:txBody>
      <dsp:txXfrm>
        <a:off x="43321" y="2823561"/>
        <a:ext cx="4913482" cy="800803"/>
      </dsp:txXfrm>
    </dsp:sp>
    <dsp:sp modelId="{6A223C5D-1D90-4819-8628-724D72320461}">
      <dsp:nvSpPr>
        <dsp:cNvPr id="0" name=""/>
        <dsp:cNvSpPr/>
      </dsp:nvSpPr>
      <dsp:spPr>
        <a:xfrm>
          <a:off x="0" y="3774245"/>
          <a:ext cx="5000124" cy="887445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- Data Layer</a:t>
          </a:r>
        </a:p>
      </dsp:txBody>
      <dsp:txXfrm>
        <a:off x="43321" y="3817566"/>
        <a:ext cx="4913482" cy="800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23B97-B331-48B5-A61B-A00F90962B87}">
      <dsp:nvSpPr>
        <dsp:cNvPr id="0" name=""/>
        <dsp:cNvSpPr/>
      </dsp:nvSpPr>
      <dsp:spPr>
        <a:xfrm>
          <a:off x="0" y="886729"/>
          <a:ext cx="5000124" cy="6715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Authentication &amp; Authorization</a:t>
          </a:r>
        </a:p>
      </dsp:txBody>
      <dsp:txXfrm>
        <a:off x="32784" y="919513"/>
        <a:ext cx="4934556" cy="606012"/>
      </dsp:txXfrm>
    </dsp:sp>
    <dsp:sp modelId="{1D0BD07C-DB1B-4F86-B550-8D2628568451}">
      <dsp:nvSpPr>
        <dsp:cNvPr id="0" name=""/>
        <dsp:cNvSpPr/>
      </dsp:nvSpPr>
      <dsp:spPr>
        <a:xfrm>
          <a:off x="0" y="1638950"/>
          <a:ext cx="5000124" cy="671580"/>
        </a:xfrm>
        <a:prstGeom prst="roundRect">
          <a:avLst/>
        </a:prstGeom>
        <a:gradFill rotWithShape="0">
          <a:gsLst>
            <a:gs pos="0">
              <a:schemeClr val="accent2">
                <a:hueOff val="1170380"/>
                <a:satOff val="-1460"/>
                <a:lumOff val="34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170380"/>
                <a:satOff val="-1460"/>
                <a:lumOff val="34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Student Management</a:t>
          </a:r>
        </a:p>
      </dsp:txBody>
      <dsp:txXfrm>
        <a:off x="32784" y="1671734"/>
        <a:ext cx="4934556" cy="606012"/>
      </dsp:txXfrm>
    </dsp:sp>
    <dsp:sp modelId="{E4A65DD0-08AE-41A0-95E9-3793B23B9296}">
      <dsp:nvSpPr>
        <dsp:cNvPr id="0" name=""/>
        <dsp:cNvSpPr/>
      </dsp:nvSpPr>
      <dsp:spPr>
        <a:xfrm>
          <a:off x="0" y="2391170"/>
          <a:ext cx="5000124" cy="67158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Course Management</a:t>
          </a:r>
        </a:p>
      </dsp:txBody>
      <dsp:txXfrm>
        <a:off x="32784" y="2423954"/>
        <a:ext cx="4934556" cy="606012"/>
      </dsp:txXfrm>
    </dsp:sp>
    <dsp:sp modelId="{281BE3A2-BEA7-48FC-B1E5-2BB6ADB56A61}">
      <dsp:nvSpPr>
        <dsp:cNvPr id="0" name=""/>
        <dsp:cNvSpPr/>
      </dsp:nvSpPr>
      <dsp:spPr>
        <a:xfrm>
          <a:off x="0" y="3143390"/>
          <a:ext cx="5000124" cy="671580"/>
        </a:xfrm>
        <a:prstGeom prst="roundRect">
          <a:avLst/>
        </a:prstGeom>
        <a:gradFill rotWithShape="0">
          <a:gsLst>
            <a:gs pos="0">
              <a:schemeClr val="accent2">
                <a:hueOff val="3511139"/>
                <a:satOff val="-4379"/>
                <a:lumOff val="103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511139"/>
                <a:satOff val="-4379"/>
                <a:lumOff val="103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Grading &amp; Reporting</a:t>
          </a:r>
        </a:p>
      </dsp:txBody>
      <dsp:txXfrm>
        <a:off x="32784" y="3176174"/>
        <a:ext cx="4934556" cy="606012"/>
      </dsp:txXfrm>
    </dsp:sp>
    <dsp:sp modelId="{44726407-A256-4243-B5B6-4E8D64C57AB4}">
      <dsp:nvSpPr>
        <dsp:cNvPr id="0" name=""/>
        <dsp:cNvSpPr/>
      </dsp:nvSpPr>
      <dsp:spPr>
        <a:xfrm>
          <a:off x="0" y="3895609"/>
          <a:ext cx="5000124" cy="6715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RBAC</a:t>
          </a:r>
        </a:p>
      </dsp:txBody>
      <dsp:txXfrm>
        <a:off x="32784" y="3928393"/>
        <a:ext cx="4934556" cy="6060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AA9F75-713A-45D2-9CE8-E268F615F3AD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Administrator: Manages system</a:t>
          </a:r>
        </a:p>
      </dsp:txBody>
      <dsp:txXfrm>
        <a:off x="83502" y="120811"/>
        <a:ext cx="4833120" cy="1543536"/>
      </dsp:txXfrm>
    </dsp:sp>
    <dsp:sp modelId="{6A90F671-F3EB-4735-B3BF-DD84BFB0A430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Lecturer: Manages courses &amp; grades</a:t>
          </a:r>
        </a:p>
      </dsp:txBody>
      <dsp:txXfrm>
        <a:off x="83502" y="1955191"/>
        <a:ext cx="4833120" cy="1543536"/>
      </dsp:txXfrm>
    </dsp:sp>
    <dsp:sp modelId="{107887DA-0E2A-4FC7-98BF-D3BAFF6854AB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Student: Views records</a:t>
          </a:r>
        </a:p>
      </dsp:txBody>
      <dsp:txXfrm>
        <a:off x="83502" y="3789571"/>
        <a:ext cx="4833120" cy="154353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35EAB-F30B-483A-9103-1CEB75BD69DF}">
      <dsp:nvSpPr>
        <dsp:cNvPr id="0" name=""/>
        <dsp:cNvSpPr/>
      </dsp:nvSpPr>
      <dsp:spPr>
        <a:xfrm>
          <a:off x="0" y="896810"/>
          <a:ext cx="5000124" cy="83947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User registration</a:t>
          </a:r>
        </a:p>
      </dsp:txBody>
      <dsp:txXfrm>
        <a:off x="40980" y="937790"/>
        <a:ext cx="4918164" cy="757514"/>
      </dsp:txXfrm>
    </dsp:sp>
    <dsp:sp modelId="{9586A760-1CF5-4617-BC77-45A6869B52F4}">
      <dsp:nvSpPr>
        <dsp:cNvPr id="0" name=""/>
        <dsp:cNvSpPr/>
      </dsp:nvSpPr>
      <dsp:spPr>
        <a:xfrm>
          <a:off x="0" y="1837085"/>
          <a:ext cx="5000124" cy="839474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Secure login</a:t>
          </a:r>
        </a:p>
      </dsp:txBody>
      <dsp:txXfrm>
        <a:off x="40980" y="1878065"/>
        <a:ext cx="4918164" cy="757514"/>
      </dsp:txXfrm>
    </dsp:sp>
    <dsp:sp modelId="{F7536757-9B70-4209-99E2-0147C63FCC05}">
      <dsp:nvSpPr>
        <dsp:cNvPr id="0" name=""/>
        <dsp:cNvSpPr/>
      </dsp:nvSpPr>
      <dsp:spPr>
        <a:xfrm>
          <a:off x="0" y="2777359"/>
          <a:ext cx="5000124" cy="839474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Password reset</a:t>
          </a:r>
        </a:p>
      </dsp:txBody>
      <dsp:txXfrm>
        <a:off x="40980" y="2818339"/>
        <a:ext cx="4918164" cy="757514"/>
      </dsp:txXfrm>
    </dsp:sp>
    <dsp:sp modelId="{81BBAF01-81D0-4FFD-B13D-C198C09D582A}">
      <dsp:nvSpPr>
        <dsp:cNvPr id="0" name=""/>
        <dsp:cNvSpPr/>
      </dsp:nvSpPr>
      <dsp:spPr>
        <a:xfrm>
          <a:off x="0" y="3717635"/>
          <a:ext cx="5000124" cy="839474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Role-based access control</a:t>
          </a:r>
        </a:p>
      </dsp:txBody>
      <dsp:txXfrm>
        <a:off x="40980" y="3758615"/>
        <a:ext cx="4918164" cy="7575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BEA39-E8FD-4660-8A47-8C7632486AA4}">
      <dsp:nvSpPr>
        <dsp:cNvPr id="0" name=""/>
        <dsp:cNvSpPr/>
      </dsp:nvSpPr>
      <dsp:spPr>
        <a:xfrm>
          <a:off x="0" y="1832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Create, update, delete student records</a:t>
          </a:r>
        </a:p>
      </dsp:txBody>
      <dsp:txXfrm>
        <a:off x="128851" y="147171"/>
        <a:ext cx="4742422" cy="2381817"/>
      </dsp:txXfrm>
    </dsp:sp>
    <dsp:sp modelId="{5EEC6B8D-FBF4-4D45-B94C-D866CE816151}">
      <dsp:nvSpPr>
        <dsp:cNvPr id="0" name=""/>
        <dsp:cNvSpPr/>
      </dsp:nvSpPr>
      <dsp:spPr>
        <a:xfrm>
          <a:off x="0" y="2796080"/>
          <a:ext cx="5000124" cy="263951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Centralized database storage</a:t>
          </a:r>
        </a:p>
      </dsp:txBody>
      <dsp:txXfrm>
        <a:off x="128851" y="2924931"/>
        <a:ext cx="4742422" cy="238181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A2756F-FCD0-4DDF-A44D-BCC3CDCA3D40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Create/update courses</a:t>
          </a:r>
        </a:p>
      </dsp:txBody>
      <dsp:txXfrm>
        <a:off x="83502" y="120811"/>
        <a:ext cx="4833120" cy="1543536"/>
      </dsp:txXfrm>
    </dsp:sp>
    <dsp:sp modelId="{80F96FD0-4264-462F-B3D5-981837AAAF7F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Assign lecturers</a:t>
          </a:r>
        </a:p>
      </dsp:txBody>
      <dsp:txXfrm>
        <a:off x="83502" y="1955191"/>
        <a:ext cx="4833120" cy="1543536"/>
      </dsp:txXfrm>
    </dsp:sp>
    <dsp:sp modelId="{ABA734C5-67F1-4C38-A7A4-82AB7FD37F3C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Student enrollment</a:t>
          </a:r>
        </a:p>
      </dsp:txBody>
      <dsp:txXfrm>
        <a:off x="83502" y="3789571"/>
        <a:ext cx="4833120" cy="154353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F059E-E081-4817-8F09-304B4005EA3B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Submit/update grades</a:t>
          </a:r>
        </a:p>
      </dsp:txBody>
      <dsp:txXfrm>
        <a:off x="83502" y="120811"/>
        <a:ext cx="4833120" cy="1543536"/>
      </dsp:txXfrm>
    </dsp:sp>
    <dsp:sp modelId="{F4ADB2F9-37C3-43EE-BCF0-913E593913AD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Automatic GPA calculation</a:t>
          </a:r>
        </a:p>
      </dsp:txBody>
      <dsp:txXfrm>
        <a:off x="83502" y="1955191"/>
        <a:ext cx="4833120" cy="1543536"/>
      </dsp:txXfrm>
    </dsp:sp>
    <dsp:sp modelId="{4F25C1E5-256E-4E52-B9AB-9033D948FF1F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Generate reports</a:t>
          </a:r>
        </a:p>
      </dsp:txBody>
      <dsp:txXfrm>
        <a:off x="83502" y="3789571"/>
        <a:ext cx="4833120" cy="15435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42399-CDCA-4EE5-8962-EDC94E2FAEFE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Generate PDF reports</a:t>
          </a:r>
        </a:p>
      </dsp:txBody>
      <dsp:txXfrm>
        <a:off x="83502" y="120811"/>
        <a:ext cx="4833120" cy="1543536"/>
      </dsp:txXfrm>
    </dsp:sp>
    <dsp:sp modelId="{15AF1E3D-A8BE-403D-8A86-A05EF21219E4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Email notifications</a:t>
          </a:r>
        </a:p>
      </dsp:txBody>
      <dsp:txXfrm>
        <a:off x="83502" y="1955191"/>
        <a:ext cx="4833120" cy="1543536"/>
      </dsp:txXfrm>
    </dsp:sp>
    <dsp:sp modelId="{489F199B-EF85-42E8-B46D-78ED8BC7CC5F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Activity logging</a:t>
          </a:r>
        </a:p>
      </dsp:txBody>
      <dsp:txXfrm>
        <a:off x="83502" y="3789571"/>
        <a:ext cx="4833120" cy="154353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DDC37-B92B-4230-8DA3-A1A06445146E}">
      <dsp:nvSpPr>
        <dsp:cNvPr id="0" name=""/>
        <dsp:cNvSpPr/>
      </dsp:nvSpPr>
      <dsp:spPr>
        <a:xfrm>
          <a:off x="0" y="624740"/>
          <a:ext cx="5000124" cy="20287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Response time &lt; 2 seconds</a:t>
          </a:r>
        </a:p>
      </dsp:txBody>
      <dsp:txXfrm>
        <a:off x="99037" y="723777"/>
        <a:ext cx="4802050" cy="1830706"/>
      </dsp:txXfrm>
    </dsp:sp>
    <dsp:sp modelId="{2469E62A-B0FD-4C5D-8A70-138B0C1D5141}">
      <dsp:nvSpPr>
        <dsp:cNvPr id="0" name=""/>
        <dsp:cNvSpPr/>
      </dsp:nvSpPr>
      <dsp:spPr>
        <a:xfrm>
          <a:off x="0" y="2800400"/>
          <a:ext cx="5000124" cy="20287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Supports 500+ concurrent users</a:t>
          </a:r>
        </a:p>
      </dsp:txBody>
      <dsp:txXfrm>
        <a:off x="99037" y="2899437"/>
        <a:ext cx="4802050" cy="183070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57993-62EF-4FBE-825F-19D066392C8C}">
      <dsp:nvSpPr>
        <dsp:cNvPr id="0" name=""/>
        <dsp:cNvSpPr/>
      </dsp:nvSpPr>
      <dsp:spPr>
        <a:xfrm>
          <a:off x="0" y="667512"/>
          <a:ext cx="5000124" cy="12712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Data encryption</a:t>
          </a:r>
        </a:p>
      </dsp:txBody>
      <dsp:txXfrm>
        <a:off x="62055" y="729567"/>
        <a:ext cx="4876014" cy="1147095"/>
      </dsp:txXfrm>
    </dsp:sp>
    <dsp:sp modelId="{F20D9243-7E9D-44B8-A6D3-C116C4839BB3}">
      <dsp:nvSpPr>
        <dsp:cNvPr id="0" name=""/>
        <dsp:cNvSpPr/>
      </dsp:nvSpPr>
      <dsp:spPr>
        <a:xfrm>
          <a:off x="0" y="2091357"/>
          <a:ext cx="5000124" cy="1271205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Access control</a:t>
          </a:r>
        </a:p>
      </dsp:txBody>
      <dsp:txXfrm>
        <a:off x="62055" y="2153412"/>
        <a:ext cx="4876014" cy="1147095"/>
      </dsp:txXfrm>
    </dsp:sp>
    <dsp:sp modelId="{77D54FE5-8EE7-447A-8925-6BF1B527C468}">
      <dsp:nvSpPr>
        <dsp:cNvPr id="0" name=""/>
        <dsp:cNvSpPr/>
      </dsp:nvSpPr>
      <dsp:spPr>
        <a:xfrm>
          <a:off x="0" y="3515202"/>
          <a:ext cx="5000124" cy="1271205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Activity logging</a:t>
          </a:r>
        </a:p>
      </dsp:txBody>
      <dsp:txXfrm>
        <a:off x="62055" y="3577257"/>
        <a:ext cx="4876014" cy="114709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B3A47-C03B-44AD-8E91-6DC935FE3D03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User-friendly interface</a:t>
          </a:r>
        </a:p>
      </dsp:txBody>
      <dsp:txXfrm>
        <a:off x="83502" y="120811"/>
        <a:ext cx="4833120" cy="1543536"/>
      </dsp:txXfrm>
    </dsp:sp>
    <dsp:sp modelId="{508BE597-A994-414F-8013-DE571B07D22F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99% uptime</a:t>
          </a:r>
        </a:p>
      </dsp:txBody>
      <dsp:txXfrm>
        <a:off x="83502" y="1955191"/>
        <a:ext cx="4833120" cy="1543536"/>
      </dsp:txXfrm>
    </dsp:sp>
    <dsp:sp modelId="{3BA3F0C2-61D2-4274-AEF9-077C5C5F0C50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Failure recovery</a:t>
          </a:r>
        </a:p>
      </dsp:txBody>
      <dsp:txXfrm>
        <a:off x="83502" y="3789571"/>
        <a:ext cx="4833120" cy="154353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24C11-789F-47BE-B045-6B26B30E4974}">
      <dsp:nvSpPr>
        <dsp:cNvPr id="0" name=""/>
        <dsp:cNvSpPr/>
      </dsp:nvSpPr>
      <dsp:spPr>
        <a:xfrm>
          <a:off x="0" y="40847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Web-based system</a:t>
          </a:r>
        </a:p>
      </dsp:txBody>
      <dsp:txXfrm>
        <a:off x="83387" y="124234"/>
        <a:ext cx="4833350" cy="1541407"/>
      </dsp:txXfrm>
    </dsp:sp>
    <dsp:sp modelId="{A2E2F0E1-506B-444F-AF58-22DD03BABBA7}">
      <dsp:nvSpPr>
        <dsp:cNvPr id="0" name=""/>
        <dsp:cNvSpPr/>
      </dsp:nvSpPr>
      <dsp:spPr>
        <a:xfrm>
          <a:off x="0" y="1872869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Linux servers</a:t>
          </a:r>
        </a:p>
      </dsp:txBody>
      <dsp:txXfrm>
        <a:off x="83387" y="1956256"/>
        <a:ext cx="4833350" cy="1541407"/>
      </dsp:txXfrm>
    </dsp:sp>
    <dsp:sp modelId="{8DB78BA9-1140-4FBC-A610-661666755B60}">
      <dsp:nvSpPr>
        <dsp:cNvPr id="0" name=""/>
        <dsp:cNvSpPr/>
      </dsp:nvSpPr>
      <dsp:spPr>
        <a:xfrm>
          <a:off x="0" y="3704890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Compliance with policies</a:t>
          </a:r>
        </a:p>
      </dsp:txBody>
      <dsp:txXfrm>
        <a:off x="83387" y="3788277"/>
        <a:ext cx="4833350" cy="154140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52EDF2-8E66-4966-8F13-E808F53E442E}">
      <dsp:nvSpPr>
        <dsp:cNvPr id="0" name=""/>
        <dsp:cNvSpPr/>
      </dsp:nvSpPr>
      <dsp:spPr>
        <a:xfrm>
          <a:off x="0" y="3730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Internet access required</a:t>
          </a:r>
        </a:p>
      </dsp:txBody>
      <dsp:txXfrm>
        <a:off x="83502" y="120811"/>
        <a:ext cx="4833120" cy="1543536"/>
      </dsp:txXfrm>
    </dsp:sp>
    <dsp:sp modelId="{D10B485E-99DF-4A67-906E-8332960BBF7E}">
      <dsp:nvSpPr>
        <dsp:cNvPr id="0" name=""/>
        <dsp:cNvSpPr/>
      </dsp:nvSpPr>
      <dsp:spPr>
        <a:xfrm>
          <a:off x="0" y="187168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Depends on email services</a:t>
          </a:r>
        </a:p>
      </dsp:txBody>
      <dsp:txXfrm>
        <a:off x="83502" y="1955191"/>
        <a:ext cx="4833120" cy="1543536"/>
      </dsp:txXfrm>
    </dsp:sp>
    <dsp:sp modelId="{C28AEFDE-3F40-4798-A734-56784B033327}">
      <dsp:nvSpPr>
        <dsp:cNvPr id="0" name=""/>
        <dsp:cNvSpPr/>
      </dsp:nvSpPr>
      <dsp:spPr>
        <a:xfrm>
          <a:off x="0" y="3706069"/>
          <a:ext cx="5000124" cy="171054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Authentication services required</a:t>
          </a:r>
        </a:p>
      </dsp:txBody>
      <dsp:txXfrm>
        <a:off x="83502" y="3789571"/>
        <a:ext cx="4833120" cy="154353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61E405-551F-42E0-930C-8ECEA0D9E611}">
      <dsp:nvSpPr>
        <dsp:cNvPr id="0" name=""/>
        <dsp:cNvSpPr/>
      </dsp:nvSpPr>
      <dsp:spPr>
        <a:xfrm>
          <a:off x="0" y="40847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Mobile app</a:t>
          </a:r>
        </a:p>
      </dsp:txBody>
      <dsp:txXfrm>
        <a:off x="83387" y="124234"/>
        <a:ext cx="4833350" cy="1541407"/>
      </dsp:txXfrm>
    </dsp:sp>
    <dsp:sp modelId="{FDC5496D-2E35-4B3B-94B5-028CC834FA49}">
      <dsp:nvSpPr>
        <dsp:cNvPr id="0" name=""/>
        <dsp:cNvSpPr/>
      </dsp:nvSpPr>
      <dsp:spPr>
        <a:xfrm>
          <a:off x="0" y="1872869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Analytics dashboards</a:t>
          </a:r>
        </a:p>
      </dsp:txBody>
      <dsp:txXfrm>
        <a:off x="83387" y="1956256"/>
        <a:ext cx="4833350" cy="1541407"/>
      </dsp:txXfrm>
    </dsp:sp>
    <dsp:sp modelId="{628165A6-71A2-4883-BB0A-BC882ACEBCFF}">
      <dsp:nvSpPr>
        <dsp:cNvPr id="0" name=""/>
        <dsp:cNvSpPr/>
      </dsp:nvSpPr>
      <dsp:spPr>
        <a:xfrm>
          <a:off x="0" y="3704890"/>
          <a:ext cx="5000124" cy="1708181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LMS integration</a:t>
          </a:r>
        </a:p>
      </dsp:txBody>
      <dsp:txXfrm>
        <a:off x="83387" y="3788277"/>
        <a:ext cx="4833350" cy="1541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Online Student Management System (OSMS)</a:t>
            </a:r>
          </a:p>
        </p:txBody>
      </p:sp>
      <p:pic>
        <p:nvPicPr>
          <p:cNvPr id="6" name="Graphic 5" descr="Programmer">
            <a:extLst>
              <a:ext uri="{FF2B5EF4-FFF2-40B4-BE49-F238E27FC236}">
                <a16:creationId xmlns:a16="http://schemas.microsoft.com/office/drawing/2014/main" id="{A9D2E9C8-8C5E-5FE7-8FBF-E5AD56FDB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200">
                <a:solidFill>
                  <a:srgbClr val="FFFFFF"/>
                </a:solidFill>
              </a:rPr>
              <a:t>Introduction - Purpose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C60FB7-762A-CC4F-38F0-9BB91A329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00997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200">
                <a:solidFill>
                  <a:srgbClr val="FFFFFF"/>
                </a:solidFill>
              </a:rPr>
              <a:t>Introduction -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1F1371-79F0-FDCA-FF84-8E110235E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09580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Definitions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93FD0B-7955-1286-FC7F-14ABE2CBE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73013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Overall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5A6141-EB02-6B5B-323A-B0D6E163A7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01321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Product Functions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963121-6869-E0E7-874F-0C58E8B538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833273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User Classes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977220-2FFF-9F74-33B6-E361130A99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161168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2700">
                <a:solidFill>
                  <a:srgbClr val="FFFFFF"/>
                </a:solidFill>
              </a:rPr>
              <a:t>Functional Requirements - Auth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D60F90-5989-FF30-D879-33681DB31B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91021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000">
                <a:solidFill>
                  <a:srgbClr val="FFFFFF"/>
                </a:solidFill>
              </a:rPr>
              <a:t>Student Information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251846-1F52-0BE9-DD27-30AFDC4FD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18345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000">
                <a:solidFill>
                  <a:srgbClr val="FFFFFF"/>
                </a:solidFill>
              </a:rPr>
              <a:t>Course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7B03AA-5AC5-2DD2-AA09-7104CE404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99047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Academic Records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C3CE7B-9BF5-D3E8-79A9-0DAB2DA0A5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57133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200">
                <a:solidFill>
                  <a:srgbClr val="FFFFFF"/>
                </a:solidFill>
              </a:rPr>
              <a:t>Reporting &amp; Notifications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F886F2-6914-DD0E-78B5-BF8C40EBE1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599445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200">
                <a:solidFill>
                  <a:srgbClr val="FFFFFF"/>
                </a:solidFill>
              </a:rPr>
              <a:t>Non-Functional -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B68889-F1D3-30F8-EE09-F94B592068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12771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2700">
                <a:solidFill>
                  <a:srgbClr val="FFFFFF"/>
                </a:solidFill>
              </a:rPr>
              <a:t>Security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84501F-7D6D-203A-5E0A-5C0D71206F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14282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Usability &amp; Reliability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422B8E-0003-0B09-D403-17B0036EA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23538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System Constraints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D64A00-271C-2ECA-97DF-A547015F6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590525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2700">
                <a:solidFill>
                  <a:srgbClr val="FFFFFF"/>
                </a:solidFill>
              </a:rPr>
              <a:t>Assumptions &amp; Dependencies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3A3755-1316-0B7C-BE82-3BD4C0784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48723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2700">
                <a:solidFill>
                  <a:srgbClr val="FFFFFF"/>
                </a:solidFill>
              </a:rPr>
              <a:t>Future Enhancements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029CCF-CD69-55C7-A7BC-2DED041C7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99690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240</Words>
  <Application>Microsoft Office PowerPoint</Application>
  <PresentationFormat>On-screen Show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Online Student Management System (OSMS)</vt:lpstr>
      <vt:lpstr>Introduction - Purpose</vt:lpstr>
      <vt:lpstr>Introduction - Scope</vt:lpstr>
      <vt:lpstr>Definitions</vt:lpstr>
      <vt:lpstr>Overall Description</vt:lpstr>
      <vt:lpstr>Product Functions</vt:lpstr>
      <vt:lpstr>User Classes</vt:lpstr>
      <vt:lpstr>Functional Requirements - Auth</vt:lpstr>
      <vt:lpstr>Student Information Management</vt:lpstr>
      <vt:lpstr>Course Management</vt:lpstr>
      <vt:lpstr>Academic Records</vt:lpstr>
      <vt:lpstr>Reporting &amp; Notifications</vt:lpstr>
      <vt:lpstr>Non-Functional - Performance</vt:lpstr>
      <vt:lpstr>Security Requirements</vt:lpstr>
      <vt:lpstr>Usability &amp; Reliability</vt:lpstr>
      <vt:lpstr>System Constraints</vt:lpstr>
      <vt:lpstr>Assumptions &amp; Dependencies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Chamith Shanaka Samarasinghe</dc:creator>
  <cp:keywords/>
  <dc:description>generated using python-pptx</dc:description>
  <cp:lastModifiedBy>Chamith Shanaka Samarasinghe</cp:lastModifiedBy>
  <cp:revision>2</cp:revision>
  <dcterms:created xsi:type="dcterms:W3CDTF">2013-01-27T09:14:16Z</dcterms:created>
  <dcterms:modified xsi:type="dcterms:W3CDTF">2026-04-06T04:37:36Z</dcterms:modified>
  <cp:category/>
</cp:coreProperties>
</file>